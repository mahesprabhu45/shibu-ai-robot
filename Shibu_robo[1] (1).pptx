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6" r:id="rId2"/>
    <p:sldId id="277" r:id="rId3"/>
    <p:sldId id="278" r:id="rId4"/>
    <p:sldId id="279" r:id="rId5"/>
    <p:sldId id="280" r:id="rId6"/>
    <p:sldId id="281" r:id="rId7"/>
    <p:sldId id="282"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83" r:id="rId25"/>
    <p:sldId id="284" r:id="rId26"/>
    <p:sldId id="273" r:id="rId27"/>
    <p:sldId id="274" r:id="rId28"/>
    <p:sldId id="285" r:id="rId29"/>
    <p:sldId id="286" r:id="rId3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92"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3509898" y="2180335"/>
            <a:ext cx="5172075" cy="2497328"/>
          </a:xfrm>
          <a:prstGeom prst="rect">
            <a:avLst/>
          </a:prstGeom>
        </p:spPr>
      </p:pic>
      <p:sp>
        <p:nvSpPr>
          <p:cNvPr id="2" name="Holder 2"/>
          <p:cNvSpPr>
            <a:spLocks noGrp="1"/>
          </p:cNvSpPr>
          <p:nvPr>
            <p:ph type="ctrTitle"/>
          </p:nvPr>
        </p:nvSpPr>
        <p:spPr>
          <a:xfrm>
            <a:off x="4345685" y="2542743"/>
            <a:ext cx="3504565" cy="848995"/>
          </a:xfrm>
          <a:prstGeom prst="rect">
            <a:avLst/>
          </a:prstGeom>
        </p:spPr>
        <p:txBody>
          <a:bodyPr wrap="square" lIns="0" tIns="0" rIns="0" bIns="0">
            <a:spAutoFit/>
          </a:bodyPr>
          <a:lstStyle>
            <a:lvl1pPr>
              <a:defRPr sz="3150" b="1" i="0">
                <a:solidFill>
                  <a:srgbClr val="3A82F6"/>
                </a:solidFill>
                <a:latin typeface="Tahoma"/>
                <a:cs typeface="Tahom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100" b="1" i="0">
                <a:solidFill>
                  <a:srgbClr val="E1E8EF"/>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150" b="1" i="0">
                <a:solidFill>
                  <a:srgbClr val="3A82F6"/>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100" b="1" i="0">
                <a:solidFill>
                  <a:srgbClr val="E1E8EF"/>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571500" y="2438400"/>
            <a:ext cx="5286375" cy="2867025"/>
          </a:xfrm>
          <a:prstGeom prst="rect">
            <a:avLst/>
          </a:prstGeom>
        </p:spPr>
      </p:pic>
      <p:pic>
        <p:nvPicPr>
          <p:cNvPr id="18" name="bg object 18"/>
          <p:cNvPicPr/>
          <p:nvPr/>
        </p:nvPicPr>
        <p:blipFill>
          <a:blip r:embed="rId4" cstate="print"/>
          <a:stretch>
            <a:fillRect/>
          </a:stretch>
        </p:blipFill>
        <p:spPr>
          <a:xfrm>
            <a:off x="6334125" y="2438400"/>
            <a:ext cx="5286375" cy="2867025"/>
          </a:xfrm>
          <a:prstGeom prst="rect">
            <a:avLst/>
          </a:prstGeom>
        </p:spPr>
      </p:pic>
      <p:sp>
        <p:nvSpPr>
          <p:cNvPr id="2" name="Holder 2"/>
          <p:cNvSpPr>
            <a:spLocks noGrp="1"/>
          </p:cNvSpPr>
          <p:nvPr>
            <p:ph type="title"/>
          </p:nvPr>
        </p:nvSpPr>
        <p:spPr/>
        <p:txBody>
          <a:bodyPr lIns="0" tIns="0" rIns="0" bIns="0"/>
          <a:lstStyle>
            <a:lvl1pPr>
              <a:defRPr sz="3150" b="1" i="0">
                <a:solidFill>
                  <a:srgbClr val="3A82F6"/>
                </a:solidFill>
                <a:latin typeface="Tahoma"/>
                <a:cs typeface="Tahom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pic>
        <p:nvPicPr>
          <p:cNvPr id="17" name="bg object 17"/>
          <p:cNvPicPr/>
          <p:nvPr/>
        </p:nvPicPr>
        <p:blipFill>
          <a:blip r:embed="rId3" cstate="print"/>
          <a:stretch>
            <a:fillRect/>
          </a:stretch>
        </p:blipFill>
        <p:spPr>
          <a:xfrm>
            <a:off x="2719323" y="2102230"/>
            <a:ext cx="6753225" cy="2653411"/>
          </a:xfrm>
          <a:prstGeom prst="rect">
            <a:avLst/>
          </a:prstGeom>
        </p:spPr>
      </p:pic>
      <p:sp>
        <p:nvSpPr>
          <p:cNvPr id="2" name="Holder 2"/>
          <p:cNvSpPr>
            <a:spLocks noGrp="1"/>
          </p:cNvSpPr>
          <p:nvPr>
            <p:ph type="title"/>
          </p:nvPr>
        </p:nvSpPr>
        <p:spPr/>
        <p:txBody>
          <a:bodyPr lIns="0" tIns="0" rIns="0" bIns="0"/>
          <a:lstStyle>
            <a:lvl1pPr>
              <a:defRPr sz="3150" b="1" i="0">
                <a:solidFill>
                  <a:srgbClr val="3A82F6"/>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sp>
        <p:nvSpPr>
          <p:cNvPr id="2" name="Holder 2"/>
          <p:cNvSpPr>
            <a:spLocks noGrp="1"/>
          </p:cNvSpPr>
          <p:nvPr>
            <p:ph type="title"/>
          </p:nvPr>
        </p:nvSpPr>
        <p:spPr>
          <a:xfrm>
            <a:off x="558800" y="533146"/>
            <a:ext cx="6005195" cy="506730"/>
          </a:xfrm>
          <a:prstGeom prst="rect">
            <a:avLst/>
          </a:prstGeom>
        </p:spPr>
        <p:txBody>
          <a:bodyPr wrap="square" lIns="0" tIns="0" rIns="0" bIns="0">
            <a:spAutoFit/>
          </a:bodyPr>
          <a:lstStyle>
            <a:lvl1pPr>
              <a:defRPr sz="3150" b="1" i="0">
                <a:solidFill>
                  <a:srgbClr val="3A82F6"/>
                </a:solidFill>
                <a:latin typeface="Tahoma"/>
                <a:cs typeface="Tahoma"/>
              </a:defRPr>
            </a:lvl1pPr>
          </a:lstStyle>
          <a:p>
            <a:endParaRPr/>
          </a:p>
        </p:txBody>
      </p:sp>
      <p:sp>
        <p:nvSpPr>
          <p:cNvPr id="3" name="Holder 3"/>
          <p:cNvSpPr>
            <a:spLocks noGrp="1"/>
          </p:cNvSpPr>
          <p:nvPr>
            <p:ph type="body" idx="1"/>
          </p:nvPr>
        </p:nvSpPr>
        <p:spPr>
          <a:xfrm>
            <a:off x="5417311" y="2752471"/>
            <a:ext cx="6156325" cy="2136140"/>
          </a:xfrm>
          <a:prstGeom prst="rect">
            <a:avLst/>
          </a:prstGeom>
        </p:spPr>
        <p:txBody>
          <a:bodyPr wrap="square" lIns="0" tIns="0" rIns="0" bIns="0">
            <a:spAutoFit/>
          </a:bodyPr>
          <a:lstStyle>
            <a:lvl1pPr>
              <a:defRPr sz="2100" b="1" i="0">
                <a:solidFill>
                  <a:srgbClr val="E1E8EF"/>
                </a:solidFill>
                <a:latin typeface="Tahoma"/>
                <a:cs typeface="Tahom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12/21/2025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 Id="rId5" Type="http://schemas.openxmlformats.org/officeDocument/2006/relationships/image" Target="../media/image32.jpg"/><Relationship Id="rId4" Type="http://schemas.openxmlformats.org/officeDocument/2006/relationships/image" Target="../media/image31.jpg"/></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image" Target="../media/image3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 Id="rId5" Type="http://schemas.openxmlformats.org/officeDocument/2006/relationships/image" Target="../media/image44.jpg"/><Relationship Id="rId4" Type="http://schemas.openxmlformats.org/officeDocument/2006/relationships/image" Target="../media/image43.jpg"/></Relationships>
</file>

<file path=ppt/slides/_rels/slide2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jpg"/><Relationship Id="rId5"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60.jpeg"/><Relationship Id="rId7" Type="http://schemas.openxmlformats.org/officeDocument/2006/relationships/image" Target="../media/image64.jpeg"/><Relationship Id="rId2" Type="http://schemas.openxmlformats.org/officeDocument/2006/relationships/image" Target="../media/image59.jpeg"/><Relationship Id="rId1" Type="http://schemas.openxmlformats.org/officeDocument/2006/relationships/slideLayout" Target="../slideLayouts/slideLayout5.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 Id="rId9" Type="http://schemas.openxmlformats.org/officeDocument/2006/relationships/image" Target="../media/image66.jpeg"/></Relationships>
</file>

<file path=ppt/slides/_rels/slide2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27.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8C8490-4263-52F3-2C0D-8C515BFBFBB5}"/>
              </a:ext>
            </a:extLst>
          </p:cNvPr>
          <p:cNvSpPr txBox="1"/>
          <p:nvPr/>
        </p:nvSpPr>
        <p:spPr>
          <a:xfrm>
            <a:off x="609600" y="1676400"/>
            <a:ext cx="10972800" cy="5324535"/>
          </a:xfrm>
          <a:prstGeom prst="rect">
            <a:avLst/>
          </a:prstGeom>
          <a:noFill/>
        </p:spPr>
        <p:txBody>
          <a:bodyPr wrap="square" rtlCol="0">
            <a:spAutoFit/>
          </a:bodyPr>
          <a:lstStyle/>
          <a:p>
            <a:pPr algn="ctr"/>
            <a:r>
              <a:rPr lang="en-IN" b="1" dirty="0">
                <a:solidFill>
                  <a:schemeClr val="bg1"/>
                </a:solidFill>
                <a:latin typeface="Times New Roman" panose="02020603050405020304" pitchFamily="18" charset="0"/>
                <a:cs typeface="Times New Roman" panose="02020603050405020304" pitchFamily="18" charset="0"/>
              </a:rPr>
              <a:t>DEPARTMENT OF ELECTRONICS AND COMMUNICATION</a:t>
            </a:r>
          </a:p>
          <a:p>
            <a:pPr algn="ctr"/>
            <a:endParaRPr lang="en-IN" b="1" dirty="0">
              <a:solidFill>
                <a:schemeClr val="bg1"/>
              </a:solidFill>
              <a:latin typeface="Times New Roman" panose="02020603050405020304" pitchFamily="18" charset="0"/>
              <a:cs typeface="Times New Roman" panose="02020603050405020304" pitchFamily="18" charset="0"/>
            </a:endParaRPr>
          </a:p>
          <a:p>
            <a:pPr algn="ctr" rtl="0"/>
            <a:r>
              <a:rPr lang="en-IN" sz="2800" b="1" dirty="0">
                <a:solidFill>
                  <a:schemeClr val="bg1"/>
                </a:solidFill>
                <a:latin typeface="Times New Roman" panose="02020603050405020304" pitchFamily="18" charset="0"/>
                <a:cs typeface="Times New Roman" panose="02020603050405020304" pitchFamily="18" charset="0"/>
              </a:rPr>
              <a:t>MAJORPROJECT  </a:t>
            </a:r>
            <a:r>
              <a:rPr lang="en-US" sz="2800" b="1"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rPr>
              <a:t>PRESENTATION  ON (22ECP</a:t>
            </a:r>
            <a:r>
              <a:rPr lang="en-US" sz="2800" b="1" spc="-5"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sym typeface="Arial"/>
              </a:rPr>
              <a:t>706)</a:t>
            </a:r>
          </a:p>
          <a:p>
            <a:pPr algn="ctr" rtl="0"/>
            <a:endParaRPr lang="en-US" sz="2000" b="1" i="0" u="none" strike="noStrike" cap="none" spc="-5" dirty="0">
              <a:solidFill>
                <a:schemeClr val="bg1"/>
              </a:solidFill>
              <a:latin typeface="Times New Roman" panose="02020603050405020304" pitchFamily="18" charset="0"/>
              <a:ea typeface="Arial"/>
              <a:cs typeface="Times New Roman" panose="02020603050405020304" pitchFamily="18" charset="0"/>
              <a:sym typeface="Arial"/>
            </a:endParaRPr>
          </a:p>
          <a:p>
            <a:pPr algn="ctr" rtl="0"/>
            <a:r>
              <a:rPr lang="fr-FR" sz="2000" b="1" dirty="0">
                <a:solidFill>
                  <a:schemeClr val="bg1"/>
                </a:solidFill>
                <a:latin typeface="Times New Roman" panose="02020603050405020304" pitchFamily="18" charset="0"/>
                <a:cs typeface="Times New Roman" panose="02020603050405020304" pitchFamily="18" charset="0"/>
              </a:rPr>
              <a:t>AIRA: </a:t>
            </a:r>
            <a:r>
              <a:rPr lang="fr-FR" sz="2000" b="1" dirty="0" err="1">
                <a:solidFill>
                  <a:schemeClr val="bg1"/>
                </a:solidFill>
                <a:latin typeface="Times New Roman" panose="02020603050405020304" pitchFamily="18" charset="0"/>
                <a:cs typeface="Times New Roman" panose="02020603050405020304" pitchFamily="18" charset="0"/>
              </a:rPr>
              <a:t>Autonomous</a:t>
            </a:r>
            <a:r>
              <a:rPr lang="fr-FR" sz="2000" b="1" dirty="0">
                <a:solidFill>
                  <a:schemeClr val="bg1"/>
                </a:solidFill>
                <a:latin typeface="Times New Roman" panose="02020603050405020304" pitchFamily="18" charset="0"/>
                <a:cs typeface="Times New Roman" panose="02020603050405020304" pitchFamily="18" charset="0"/>
              </a:rPr>
              <a:t> Intelligent Robot Assistance</a:t>
            </a:r>
          </a:p>
          <a:p>
            <a:pPr algn="ctr" rtl="0"/>
            <a:endParaRPr lang="en-US" sz="2000" b="1" i="0" u="none" strike="noStrike" cap="none" dirty="0">
              <a:solidFill>
                <a:schemeClr val="bg1"/>
              </a:solidFill>
              <a:latin typeface="Times New Roman" panose="02020603050405020304" pitchFamily="18" charset="0"/>
              <a:ea typeface="Arial"/>
              <a:cs typeface="Times New Roman" panose="02020603050405020304" pitchFamily="18" charset="0"/>
              <a:sym typeface="Arial"/>
            </a:endParaRPr>
          </a:p>
          <a:p>
            <a:pPr algn="ctr"/>
            <a:r>
              <a:rPr lang="en-IN" dirty="0">
                <a:solidFill>
                  <a:srgbClr val="C00000"/>
                </a:solidFill>
                <a:latin typeface="Times New Roman" panose="02020603050405020304" pitchFamily="18" charset="0"/>
                <a:cs typeface="Times New Roman" panose="02020603050405020304" pitchFamily="18" charset="0"/>
              </a:rPr>
              <a:t>Submitted By</a:t>
            </a:r>
          </a:p>
          <a:p>
            <a:pPr algn="ctr"/>
            <a:endParaRPr lang="en-IN" dirty="0">
              <a:solidFill>
                <a:srgbClr val="C00000"/>
              </a:solidFill>
              <a:latin typeface="Times New Roman" panose="02020603050405020304" pitchFamily="18" charset="0"/>
              <a:cs typeface="Times New Roman" panose="02020603050405020304" pitchFamily="18" charset="0"/>
            </a:endParaRPr>
          </a:p>
          <a:p>
            <a:pPr algn="ctr"/>
            <a:r>
              <a:rPr lang="en-IN" dirty="0">
                <a:solidFill>
                  <a:schemeClr val="bg1"/>
                </a:solidFill>
                <a:latin typeface="Times New Roman" panose="02020603050405020304" pitchFamily="18" charset="0"/>
                <a:cs typeface="Times New Roman" panose="02020603050405020304" pitchFamily="18" charset="0"/>
              </a:rPr>
              <a:t>Ajay J G – 1DA22EC008</a:t>
            </a:r>
          </a:p>
          <a:p>
            <a:pPr algn="ctr"/>
            <a:r>
              <a:rPr lang="en-IN" dirty="0">
                <a:solidFill>
                  <a:schemeClr val="bg1"/>
                </a:solidFill>
                <a:latin typeface="Times New Roman" panose="02020603050405020304" pitchFamily="18" charset="0"/>
                <a:cs typeface="Times New Roman" panose="02020603050405020304" pitchFamily="18" charset="0"/>
              </a:rPr>
              <a:t>Karthik S R – 1DA22EC060</a:t>
            </a:r>
          </a:p>
          <a:p>
            <a:pPr algn="ctr"/>
            <a:r>
              <a:rPr lang="en-IN" dirty="0" err="1">
                <a:solidFill>
                  <a:schemeClr val="bg1"/>
                </a:solidFill>
                <a:latin typeface="Times New Roman" panose="02020603050405020304" pitchFamily="18" charset="0"/>
                <a:cs typeface="Times New Roman" panose="02020603050405020304" pitchFamily="18" charset="0"/>
              </a:rPr>
              <a:t>Maheshprabhu</a:t>
            </a:r>
            <a:r>
              <a:rPr lang="en-IN" dirty="0">
                <a:solidFill>
                  <a:schemeClr val="bg1"/>
                </a:solidFill>
                <a:latin typeface="Times New Roman" panose="02020603050405020304" pitchFamily="18" charset="0"/>
                <a:cs typeface="Times New Roman" panose="02020603050405020304" pitchFamily="18" charset="0"/>
              </a:rPr>
              <a:t> P – 1DA22EC073</a:t>
            </a:r>
          </a:p>
          <a:p>
            <a:pPr algn="ctr"/>
            <a:r>
              <a:rPr lang="en-IN" dirty="0">
                <a:solidFill>
                  <a:schemeClr val="bg1"/>
                </a:solidFill>
                <a:latin typeface="Times New Roman" panose="02020603050405020304" pitchFamily="18" charset="0"/>
                <a:cs typeface="Times New Roman" panose="02020603050405020304" pitchFamily="18" charset="0"/>
              </a:rPr>
              <a:t>Mohankumar S R – 1DA22EC082</a:t>
            </a:r>
          </a:p>
          <a:p>
            <a:pPr algn="ctr"/>
            <a:endParaRPr lang="en-IN" dirty="0">
              <a:solidFill>
                <a:schemeClr val="bg1"/>
              </a:solidFill>
              <a:latin typeface="Times New Roman" panose="02020603050405020304" pitchFamily="18" charset="0"/>
              <a:cs typeface="Times New Roman" panose="02020603050405020304" pitchFamily="18" charset="0"/>
            </a:endParaRPr>
          </a:p>
          <a:p>
            <a:pPr algn="ctr"/>
            <a:r>
              <a:rPr lang="en-IN" dirty="0">
                <a:solidFill>
                  <a:schemeClr val="bg1"/>
                </a:solidFill>
                <a:latin typeface="Times New Roman" panose="02020603050405020304" pitchFamily="18" charset="0"/>
                <a:cs typeface="Times New Roman" panose="02020603050405020304" pitchFamily="18" charset="0"/>
              </a:rPr>
              <a:t>Guide</a:t>
            </a:r>
          </a:p>
          <a:p>
            <a:pPr algn="ctr"/>
            <a:r>
              <a:rPr lang="en-US" dirty="0">
                <a:solidFill>
                  <a:schemeClr val="bg1"/>
                </a:solidFill>
                <a:latin typeface="Times New Roman" panose="02020603050405020304" pitchFamily="18" charset="0"/>
                <a:cs typeface="Times New Roman" panose="02020603050405020304" pitchFamily="18" charset="0"/>
              </a:rPr>
              <a:t>Dr. Chethan S</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Assistant Professor, Dept. of ECE</a:t>
            </a:r>
            <a:endParaRPr lang="en-IN" dirty="0">
              <a:solidFill>
                <a:schemeClr val="bg1"/>
              </a:solidFill>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a:p>
            <a:pPr algn="ctr"/>
            <a:endParaRPr lang="en-IN" b="1" dirty="0">
              <a:solidFill>
                <a:schemeClr val="bg1"/>
              </a:solidFill>
            </a:endParaRPr>
          </a:p>
        </p:txBody>
      </p:sp>
      <p:pic>
        <p:nvPicPr>
          <p:cNvPr id="4" name="Google Shape;352;g2ae0205e02c_0_14">
            <a:extLst>
              <a:ext uri="{FF2B5EF4-FFF2-40B4-BE49-F238E27FC236}">
                <a16:creationId xmlns:a16="http://schemas.microsoft.com/office/drawing/2014/main" id="{69753263-067A-E6EE-2805-40FE27F03B57}"/>
              </a:ext>
            </a:extLst>
          </p:cNvPr>
          <p:cNvPicPr preferRelativeResize="0"/>
          <p:nvPr/>
        </p:nvPicPr>
        <p:blipFill rotWithShape="1">
          <a:blip r:embed="rId2">
            <a:alphaModFix/>
          </a:blip>
          <a:srcRect/>
          <a:stretch/>
        </p:blipFill>
        <p:spPr>
          <a:xfrm>
            <a:off x="381000" y="228600"/>
            <a:ext cx="1828800" cy="1828800"/>
          </a:xfrm>
          <a:prstGeom prst="rect">
            <a:avLst/>
          </a:prstGeom>
          <a:noFill/>
          <a:ln>
            <a:noFill/>
          </a:ln>
        </p:spPr>
      </p:pic>
      <p:pic>
        <p:nvPicPr>
          <p:cNvPr id="5" name="Google Shape;353;g2ae0205e02c_0_14">
            <a:extLst>
              <a:ext uri="{FF2B5EF4-FFF2-40B4-BE49-F238E27FC236}">
                <a16:creationId xmlns:a16="http://schemas.microsoft.com/office/drawing/2014/main" id="{4B088B43-60F5-14B2-EA97-4AD2D307E4C3}"/>
              </a:ext>
            </a:extLst>
          </p:cNvPr>
          <p:cNvPicPr preferRelativeResize="0"/>
          <p:nvPr/>
        </p:nvPicPr>
        <p:blipFill rotWithShape="1">
          <a:blip r:embed="rId3">
            <a:alphaModFix/>
          </a:blip>
          <a:srcRect/>
          <a:stretch/>
        </p:blipFill>
        <p:spPr>
          <a:xfrm>
            <a:off x="10058400" y="228600"/>
            <a:ext cx="1625600" cy="1828800"/>
          </a:xfrm>
          <a:prstGeom prst="rect">
            <a:avLst/>
          </a:prstGeom>
          <a:noFill/>
          <a:ln>
            <a:noFill/>
          </a:ln>
        </p:spPr>
      </p:pic>
      <p:pic>
        <p:nvPicPr>
          <p:cNvPr id="9" name="Picture 8" descr="A close-up of a logo">
            <a:extLst>
              <a:ext uri="{FF2B5EF4-FFF2-40B4-BE49-F238E27FC236}">
                <a16:creationId xmlns:a16="http://schemas.microsoft.com/office/drawing/2014/main" id="{08DB334E-375E-B816-F4D4-71B04B9226E7}"/>
              </a:ext>
            </a:extLst>
          </p:cNvPr>
          <p:cNvPicPr>
            <a:picLocks noChangeAspect="1"/>
          </p:cNvPicPr>
          <p:nvPr/>
        </p:nvPicPr>
        <p:blipFill>
          <a:blip r:embed="rId4"/>
          <a:stretch>
            <a:fillRect/>
          </a:stretch>
        </p:blipFill>
        <p:spPr>
          <a:xfrm>
            <a:off x="2743200" y="228600"/>
            <a:ext cx="6781800" cy="1447800"/>
          </a:xfrm>
          <a:prstGeom prst="rect">
            <a:avLst/>
          </a:prstGeom>
        </p:spPr>
      </p:pic>
    </p:spTree>
    <p:extLst>
      <p:ext uri="{BB962C8B-B14F-4D97-AF65-F5344CB8AC3E}">
        <p14:creationId xmlns:p14="http://schemas.microsoft.com/office/powerpoint/2010/main" val="133903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D3616C-1AAC-7249-55AD-F58382D1219D}"/>
              </a:ext>
            </a:extLst>
          </p:cNvPr>
          <p:cNvSpPr txBox="1"/>
          <p:nvPr/>
        </p:nvSpPr>
        <p:spPr>
          <a:xfrm>
            <a:off x="228600" y="457200"/>
            <a:ext cx="7162800" cy="5847755"/>
          </a:xfrm>
          <a:prstGeom prst="rect">
            <a:avLst/>
          </a:prstGeom>
          <a:noFill/>
        </p:spPr>
        <p:txBody>
          <a:bodyPr wrap="square" rtlCol="0">
            <a:spAutoFit/>
          </a:bodyPr>
          <a:lstStyle/>
          <a:p>
            <a:pPr algn="just"/>
            <a:r>
              <a:rPr lang="en-US" sz="3200" b="1" dirty="0">
                <a:solidFill>
                  <a:schemeClr val="bg1"/>
                </a:solidFill>
                <a:latin typeface="Times New Roman" panose="02020603050405020304" pitchFamily="18" charset="0"/>
                <a:cs typeface="Times New Roman" panose="02020603050405020304" pitchFamily="18" charset="0"/>
              </a:rPr>
              <a:t>INTRODUCTION</a:t>
            </a:r>
          </a:p>
          <a:p>
            <a:pPr algn="just"/>
            <a:endParaRPr lang="en-US" b="1"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AIRA (Autonomous Intelligent Robot Assistance) is a semi-autonomous personal assistant robot designed to enable natural and intuitive human–machine interaction through intelligent sensing, decision-making, and mobility. The system integrates embedded hardware and software intelligence to perform real-time navigation, obstacle avoidance, and user assistance tasks in indoor environments.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The robot is built using a Raspberry Pi as the high-level processing unit and an Arduino-based controller for real-time motor and sensor control. It employs DC geared motors for mobility, ultrasonic sensors for obstacle detection, a USB microphone and Bluetooth speaker for audio interaction, and a camera for future vision-based enhancements. A modular multi-layer acrylic chassis ensures mechanical stability and expandability.</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AIRA serves as a practical proof-of-concept for intelligent assistive robotics, with applications in smart homes, education, elderly care, and research environments.</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C2EAE8B-366B-21F6-75AD-D1A7909027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01000" y="796855"/>
            <a:ext cx="3729318" cy="4953000"/>
          </a:xfrm>
          <a:prstGeom prst="rect">
            <a:avLst/>
          </a:prstGeom>
        </p:spPr>
      </p:pic>
    </p:spTree>
    <p:extLst>
      <p:ext uri="{BB962C8B-B14F-4D97-AF65-F5344CB8AC3E}">
        <p14:creationId xmlns:p14="http://schemas.microsoft.com/office/powerpoint/2010/main" val="309048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400E39-963D-ADF8-76A5-301A2EA4BC45}"/>
              </a:ext>
            </a:extLst>
          </p:cNvPr>
          <p:cNvSpPr txBox="1"/>
          <p:nvPr/>
        </p:nvSpPr>
        <p:spPr>
          <a:xfrm>
            <a:off x="609600" y="533400"/>
            <a:ext cx="6477000" cy="5201424"/>
          </a:xfrm>
          <a:prstGeom prst="rect">
            <a:avLst/>
          </a:prstGeom>
          <a:noFill/>
        </p:spPr>
        <p:txBody>
          <a:bodyPr wrap="square" rtlCol="0">
            <a:spAutoFit/>
          </a:bodyPr>
          <a:lstStyle/>
          <a:p>
            <a:pPr algn="just"/>
            <a:r>
              <a:rPr lang="en-US" sz="4400" b="1" dirty="0">
                <a:solidFill>
                  <a:schemeClr val="bg1"/>
                </a:solidFill>
                <a:latin typeface="Times New Roman" panose="02020603050405020304" pitchFamily="18" charset="0"/>
                <a:cs typeface="Times New Roman" panose="02020603050405020304" pitchFamily="18" charset="0"/>
              </a:rPr>
              <a:t>OBJECTIVES</a:t>
            </a:r>
          </a:p>
          <a:p>
            <a:pPr algn="just"/>
            <a:endParaRPr lang="en-US" b="1"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To design and develop an autonomous intelligent robot capable of assisting users through real-time interaction and mobility.</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To integrate embedded systems and artificial intelligence for sensing, decision-making, and task execution.</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To implement safe indoor navigation with effective obstacle detection and avoidance.</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To develop a modular and scalable hardware–software architecture for future enhancements.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To demonstrate a cost-effective robotic assistant suitable for smart homes, education, and assistive applications.</a:t>
            </a:r>
          </a:p>
          <a:p>
            <a:endParaRPr lang="en-IN" dirty="0"/>
          </a:p>
        </p:txBody>
      </p:sp>
      <p:pic>
        <p:nvPicPr>
          <p:cNvPr id="5" name="Picture 4" descr="A robot with a smiling face on it">
            <a:extLst>
              <a:ext uri="{FF2B5EF4-FFF2-40B4-BE49-F238E27FC236}">
                <a16:creationId xmlns:a16="http://schemas.microsoft.com/office/drawing/2014/main" id="{E84D2C9E-3E16-92AB-44BB-4DA7E90DD7F8}"/>
              </a:ext>
            </a:extLst>
          </p:cNvPr>
          <p:cNvPicPr>
            <a:picLocks noChangeAspect="1"/>
          </p:cNvPicPr>
          <p:nvPr/>
        </p:nvPicPr>
        <p:blipFill>
          <a:blip r:embed="rId2"/>
          <a:stretch>
            <a:fillRect/>
          </a:stretch>
        </p:blipFill>
        <p:spPr>
          <a:xfrm>
            <a:off x="7239000" y="1524000"/>
            <a:ext cx="4697652" cy="3657600"/>
          </a:xfrm>
          <a:prstGeom prst="rect">
            <a:avLst/>
          </a:prstGeom>
        </p:spPr>
      </p:pic>
    </p:spTree>
    <p:extLst>
      <p:ext uri="{BB962C8B-B14F-4D97-AF65-F5344CB8AC3E}">
        <p14:creationId xmlns:p14="http://schemas.microsoft.com/office/powerpoint/2010/main" val="92834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886EE5-5B9F-3633-05D5-CF2AF67D5B81}"/>
              </a:ext>
            </a:extLst>
          </p:cNvPr>
          <p:cNvSpPr txBox="1"/>
          <p:nvPr/>
        </p:nvSpPr>
        <p:spPr>
          <a:xfrm>
            <a:off x="533400" y="533400"/>
            <a:ext cx="10210800" cy="4924425"/>
          </a:xfrm>
          <a:prstGeom prst="rect">
            <a:avLst/>
          </a:prstGeom>
          <a:noFill/>
        </p:spPr>
        <p:txBody>
          <a:bodyPr wrap="square" rtlCol="0">
            <a:spAutoFit/>
          </a:bodyPr>
          <a:lstStyle/>
          <a:p>
            <a:pPr algn="just"/>
            <a:r>
              <a:rPr lang="en-US" sz="4000" b="1" dirty="0">
                <a:solidFill>
                  <a:schemeClr val="bg1"/>
                </a:solidFill>
                <a:latin typeface="Times New Roman" panose="02020603050405020304" pitchFamily="18" charset="0"/>
                <a:cs typeface="Times New Roman" panose="02020603050405020304" pitchFamily="18" charset="0"/>
              </a:rPr>
              <a:t>PROBLEM STATEMENT</a:t>
            </a:r>
          </a:p>
          <a:p>
            <a:pPr algn="just"/>
            <a:endParaRPr lang="en-US" sz="4000" b="1"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Most existing voice assistants are limited to static devices such as smartphones and smart speakers, which can provide information but cannot perform physical actions in the real world. On the other hand, many robotic systems rely on manual controllers or mobile applications, making them less intuitive and inaccessible for certain users.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There is a need for an affordable and intelligent robotic system that combines natural human interaction with autonomous mobility. Such a system should be capable of understanding user commands, navigating safely in indoor environments, avoiding obstacles, and providing meaningful assistance without continuous human control.</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The challenge is to design a modular, user-friendly robotic assistant that integrates embedded systems, sensors, and intelligent control to bridge the gap between conversational AI and physical robotic assistance.</a:t>
            </a:r>
          </a:p>
          <a:p>
            <a:endParaRPr lang="en-IN" dirty="0"/>
          </a:p>
        </p:txBody>
      </p:sp>
    </p:spTree>
    <p:extLst>
      <p:ext uri="{BB962C8B-B14F-4D97-AF65-F5344CB8AC3E}">
        <p14:creationId xmlns:p14="http://schemas.microsoft.com/office/powerpoint/2010/main" val="171696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 screen">
            <a:extLst>
              <a:ext uri="{FF2B5EF4-FFF2-40B4-BE49-F238E27FC236}">
                <a16:creationId xmlns:a16="http://schemas.microsoft.com/office/drawing/2014/main" id="{71E5C97B-4BED-442D-CEE4-2B9BF841C16D}"/>
              </a:ext>
            </a:extLst>
          </p:cNvPr>
          <p:cNvPicPr>
            <a:picLocks noChangeAspect="1"/>
          </p:cNvPicPr>
          <p:nvPr/>
        </p:nvPicPr>
        <p:blipFill>
          <a:blip r:embed="rId2"/>
          <a:stretch>
            <a:fillRect/>
          </a:stretch>
        </p:blipFill>
        <p:spPr>
          <a:xfrm>
            <a:off x="565966" y="1295400"/>
            <a:ext cx="11060068" cy="5029902"/>
          </a:xfrm>
          <a:prstGeom prst="rect">
            <a:avLst/>
          </a:prstGeom>
        </p:spPr>
      </p:pic>
      <p:sp>
        <p:nvSpPr>
          <p:cNvPr id="4" name="TextBox 3">
            <a:extLst>
              <a:ext uri="{FF2B5EF4-FFF2-40B4-BE49-F238E27FC236}">
                <a16:creationId xmlns:a16="http://schemas.microsoft.com/office/drawing/2014/main" id="{24F2D6DF-83C5-F9AF-E61E-2143B4DAEA83}"/>
              </a:ext>
            </a:extLst>
          </p:cNvPr>
          <p:cNvSpPr txBox="1"/>
          <p:nvPr/>
        </p:nvSpPr>
        <p:spPr>
          <a:xfrm>
            <a:off x="565966" y="457200"/>
            <a:ext cx="7663634" cy="646331"/>
          </a:xfrm>
          <a:prstGeom prst="rect">
            <a:avLst/>
          </a:prstGeom>
          <a:noFill/>
        </p:spPr>
        <p:txBody>
          <a:bodyPr wrap="square" rtlCol="0">
            <a:spAutoFit/>
          </a:bodyPr>
          <a:lstStyle/>
          <a:p>
            <a:r>
              <a:rPr lang="en-IN" sz="3600" b="1" dirty="0">
                <a:solidFill>
                  <a:schemeClr val="bg1"/>
                </a:solidFill>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407486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39B581-65EC-9EB3-1C48-AF4A20913F56}"/>
              </a:ext>
            </a:extLst>
          </p:cNvPr>
          <p:cNvSpPr txBox="1"/>
          <p:nvPr/>
        </p:nvSpPr>
        <p:spPr>
          <a:xfrm>
            <a:off x="4343400" y="457200"/>
            <a:ext cx="6096000" cy="523220"/>
          </a:xfrm>
          <a:prstGeom prst="rect">
            <a:avLst/>
          </a:prstGeom>
          <a:noFill/>
        </p:spPr>
        <p:txBody>
          <a:bodyPr wrap="square">
            <a:spAutoFit/>
          </a:bodyPr>
          <a:lstStyle/>
          <a:p>
            <a:pPr algn="l"/>
            <a:r>
              <a:rPr lang="en-IN" sz="2800" b="1" dirty="0">
                <a:solidFill>
                  <a:schemeClr val="bg1"/>
                </a:solidFill>
                <a:latin typeface="Times New Roman" panose="02020603050405020304" pitchFamily="18" charset="0"/>
                <a:cs typeface="Times New Roman" panose="02020603050405020304" pitchFamily="18" charset="0"/>
              </a:rPr>
              <a:t>AIRA METHODOLOGY</a:t>
            </a:r>
            <a:endParaRPr lang="en-IN" sz="2800" dirty="0">
              <a:solidFill>
                <a:schemeClr val="bg1"/>
              </a:solidFill>
              <a:latin typeface="Times New Roman" panose="02020603050405020304" pitchFamily="18" charset="0"/>
              <a:cs typeface="Times New Roman" panose="02020603050405020304" pitchFamily="18" charset="0"/>
            </a:endParaRPr>
          </a:p>
        </p:txBody>
      </p:sp>
      <p:pic>
        <p:nvPicPr>
          <p:cNvPr id="7" name="Picture 6" descr="A diagram of software development&#10;&#10;AI-generated content may be incorrect.">
            <a:extLst>
              <a:ext uri="{FF2B5EF4-FFF2-40B4-BE49-F238E27FC236}">
                <a16:creationId xmlns:a16="http://schemas.microsoft.com/office/drawing/2014/main" id="{9646E619-1B1E-892D-FC79-7D8B0545E954}"/>
              </a:ext>
            </a:extLst>
          </p:cNvPr>
          <p:cNvPicPr>
            <a:picLocks noChangeAspect="1"/>
          </p:cNvPicPr>
          <p:nvPr/>
        </p:nvPicPr>
        <p:blipFill>
          <a:blip r:embed="rId2"/>
          <a:stretch>
            <a:fillRect/>
          </a:stretch>
        </p:blipFill>
        <p:spPr>
          <a:xfrm rot="5400000">
            <a:off x="3687253" y="2408747"/>
            <a:ext cx="5574731" cy="3043237"/>
          </a:xfrm>
          <a:prstGeom prst="rect">
            <a:avLst/>
          </a:prstGeom>
        </p:spPr>
      </p:pic>
    </p:spTree>
    <p:extLst>
      <p:ext uri="{BB962C8B-B14F-4D97-AF65-F5344CB8AC3E}">
        <p14:creationId xmlns:p14="http://schemas.microsoft.com/office/powerpoint/2010/main" val="3645621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robot assistance system">
            <a:extLst>
              <a:ext uri="{FF2B5EF4-FFF2-40B4-BE49-F238E27FC236}">
                <a16:creationId xmlns:a16="http://schemas.microsoft.com/office/drawing/2014/main" id="{7F0CAB82-9011-321E-14D1-87CC511A5464}"/>
              </a:ext>
            </a:extLst>
          </p:cNvPr>
          <p:cNvPicPr>
            <a:picLocks noChangeAspect="1"/>
          </p:cNvPicPr>
          <p:nvPr/>
        </p:nvPicPr>
        <p:blipFill>
          <a:blip r:embed="rId2"/>
          <a:stretch>
            <a:fillRect/>
          </a:stretch>
        </p:blipFill>
        <p:spPr>
          <a:xfrm>
            <a:off x="1219200" y="766762"/>
            <a:ext cx="9753600" cy="532447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282289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334125" y="1966912"/>
            <a:ext cx="5286375" cy="3810000"/>
          </a:xfrm>
          <a:prstGeom prst="rect">
            <a:avLst/>
          </a:prstGeom>
        </p:spPr>
      </p:pic>
      <p:sp>
        <p:nvSpPr>
          <p:cNvPr id="3" name="object 3"/>
          <p:cNvSpPr txBox="1"/>
          <p:nvPr/>
        </p:nvSpPr>
        <p:spPr>
          <a:xfrm>
            <a:off x="533400" y="2557653"/>
            <a:ext cx="5328285" cy="2859757"/>
          </a:xfrm>
          <a:prstGeom prst="rect">
            <a:avLst/>
          </a:prstGeom>
        </p:spPr>
        <p:txBody>
          <a:bodyPr vert="horz" wrap="square" lIns="0" tIns="12700" rIns="0" bIns="0" rtlCol="0">
            <a:spAutoFit/>
          </a:bodyPr>
          <a:lstStyle/>
          <a:p>
            <a:pPr marL="38100">
              <a:lnSpc>
                <a:spcPct val="100000"/>
              </a:lnSpc>
              <a:spcBef>
                <a:spcPts val="100"/>
              </a:spcBef>
            </a:pPr>
            <a:r>
              <a:rPr sz="1500" spc="60" dirty="0">
                <a:solidFill>
                  <a:srgbClr val="93A2B8"/>
                </a:solidFill>
                <a:latin typeface="Tahoma"/>
                <a:cs typeface="Tahoma"/>
              </a:rPr>
              <a:t>Shibu</a:t>
            </a:r>
            <a:r>
              <a:rPr sz="1500" spc="-35" dirty="0">
                <a:solidFill>
                  <a:srgbClr val="93A2B8"/>
                </a:solidFill>
                <a:latin typeface="Tahoma"/>
                <a:cs typeface="Tahoma"/>
              </a:rPr>
              <a:t> </a:t>
            </a:r>
            <a:r>
              <a:rPr sz="1500" spc="70" dirty="0">
                <a:solidFill>
                  <a:srgbClr val="93A2B8"/>
                </a:solidFill>
                <a:latin typeface="Tahoma"/>
                <a:cs typeface="Tahoma"/>
              </a:rPr>
              <a:t>is</a:t>
            </a:r>
            <a:r>
              <a:rPr sz="1500" spc="-35" dirty="0">
                <a:solidFill>
                  <a:srgbClr val="93A2B8"/>
                </a:solidFill>
                <a:latin typeface="Tahoma"/>
                <a:cs typeface="Tahoma"/>
              </a:rPr>
              <a:t> </a:t>
            </a:r>
            <a:r>
              <a:rPr sz="1500" dirty="0">
                <a:solidFill>
                  <a:srgbClr val="93A2B8"/>
                </a:solidFill>
                <a:latin typeface="Tahoma"/>
                <a:cs typeface="Tahoma"/>
              </a:rPr>
              <a:t>a</a:t>
            </a:r>
            <a:r>
              <a:rPr sz="1500" spc="-35" dirty="0">
                <a:solidFill>
                  <a:srgbClr val="93A2B8"/>
                </a:solidFill>
                <a:latin typeface="Tahoma"/>
                <a:cs typeface="Tahoma"/>
              </a:rPr>
              <a:t> </a:t>
            </a:r>
            <a:r>
              <a:rPr sz="1500" spc="75" dirty="0">
                <a:solidFill>
                  <a:srgbClr val="93A2B8"/>
                </a:solidFill>
                <a:latin typeface="Tahoma"/>
                <a:cs typeface="Tahoma"/>
              </a:rPr>
              <a:t>consumer-</a:t>
            </a:r>
            <a:r>
              <a:rPr sz="1500" spc="65" dirty="0">
                <a:solidFill>
                  <a:srgbClr val="93A2B8"/>
                </a:solidFill>
                <a:latin typeface="Tahoma"/>
                <a:cs typeface="Tahoma"/>
              </a:rPr>
              <a:t>grade</a:t>
            </a:r>
            <a:r>
              <a:rPr sz="1500" spc="-30" dirty="0">
                <a:solidFill>
                  <a:srgbClr val="93A2B8"/>
                </a:solidFill>
                <a:latin typeface="Tahoma"/>
                <a:cs typeface="Tahoma"/>
              </a:rPr>
              <a:t> </a:t>
            </a:r>
            <a:r>
              <a:rPr sz="1500" spc="60" dirty="0">
                <a:solidFill>
                  <a:srgbClr val="93A2B8"/>
                </a:solidFill>
                <a:latin typeface="Tahoma"/>
                <a:cs typeface="Tahoma"/>
              </a:rPr>
              <a:t>personal</a:t>
            </a:r>
            <a:r>
              <a:rPr sz="1500" spc="-45" dirty="0">
                <a:solidFill>
                  <a:srgbClr val="93A2B8"/>
                </a:solidFill>
                <a:latin typeface="Tahoma"/>
                <a:cs typeface="Tahoma"/>
              </a:rPr>
              <a:t> </a:t>
            </a:r>
            <a:r>
              <a:rPr sz="1500" spc="50" dirty="0">
                <a:solidFill>
                  <a:srgbClr val="93A2B8"/>
                </a:solidFill>
                <a:latin typeface="Tahoma"/>
                <a:cs typeface="Tahoma"/>
              </a:rPr>
              <a:t>assistant</a:t>
            </a:r>
            <a:r>
              <a:rPr sz="1500" spc="-60" dirty="0">
                <a:solidFill>
                  <a:srgbClr val="93A2B8"/>
                </a:solidFill>
                <a:latin typeface="Tahoma"/>
                <a:cs typeface="Tahoma"/>
              </a:rPr>
              <a:t> </a:t>
            </a:r>
            <a:r>
              <a:rPr sz="1500" spc="75" dirty="0">
                <a:solidFill>
                  <a:srgbClr val="93A2B8"/>
                </a:solidFill>
                <a:latin typeface="Tahoma"/>
                <a:cs typeface="Tahoma"/>
              </a:rPr>
              <a:t>designed</a:t>
            </a:r>
            <a:r>
              <a:rPr sz="1500" spc="-40" dirty="0">
                <a:solidFill>
                  <a:srgbClr val="93A2B8"/>
                </a:solidFill>
                <a:latin typeface="Tahoma"/>
                <a:cs typeface="Tahoma"/>
              </a:rPr>
              <a:t> </a:t>
            </a:r>
            <a:r>
              <a:rPr sz="1500" spc="-25" dirty="0">
                <a:solidFill>
                  <a:srgbClr val="93A2B8"/>
                </a:solidFill>
                <a:latin typeface="Tahoma"/>
                <a:cs typeface="Tahoma"/>
              </a:rPr>
              <a:t>to</a:t>
            </a:r>
            <a:endParaRPr sz="1500" dirty="0">
              <a:latin typeface="Tahoma"/>
              <a:cs typeface="Tahoma"/>
            </a:endParaRPr>
          </a:p>
          <a:p>
            <a:pPr marL="38100" marR="773430">
              <a:lnSpc>
                <a:spcPts val="2880"/>
              </a:lnSpc>
              <a:spcBef>
                <a:spcPts val="275"/>
              </a:spcBef>
            </a:pPr>
            <a:r>
              <a:rPr sz="1500" spc="65" dirty="0">
                <a:solidFill>
                  <a:srgbClr val="93A2B8"/>
                </a:solidFill>
                <a:latin typeface="Tahoma"/>
                <a:cs typeface="Tahoma"/>
              </a:rPr>
              <a:t>bridge</a:t>
            </a:r>
            <a:r>
              <a:rPr sz="1500" spc="30" dirty="0">
                <a:solidFill>
                  <a:srgbClr val="93A2B8"/>
                </a:solidFill>
                <a:latin typeface="Tahoma"/>
                <a:cs typeface="Tahoma"/>
              </a:rPr>
              <a:t> </a:t>
            </a:r>
            <a:r>
              <a:rPr sz="1500" dirty="0">
                <a:solidFill>
                  <a:srgbClr val="93A2B8"/>
                </a:solidFill>
                <a:latin typeface="Tahoma"/>
                <a:cs typeface="Tahoma"/>
              </a:rPr>
              <a:t>the</a:t>
            </a:r>
            <a:r>
              <a:rPr sz="1500" spc="30" dirty="0">
                <a:solidFill>
                  <a:srgbClr val="93A2B8"/>
                </a:solidFill>
                <a:latin typeface="Tahoma"/>
                <a:cs typeface="Tahoma"/>
              </a:rPr>
              <a:t> </a:t>
            </a:r>
            <a:r>
              <a:rPr sz="1500" spc="75" dirty="0">
                <a:solidFill>
                  <a:srgbClr val="93A2B8"/>
                </a:solidFill>
                <a:latin typeface="Tahoma"/>
                <a:cs typeface="Tahoma"/>
              </a:rPr>
              <a:t>gap</a:t>
            </a:r>
            <a:r>
              <a:rPr sz="1500" spc="45" dirty="0">
                <a:solidFill>
                  <a:srgbClr val="93A2B8"/>
                </a:solidFill>
                <a:latin typeface="Tahoma"/>
                <a:cs typeface="Tahoma"/>
              </a:rPr>
              <a:t> </a:t>
            </a:r>
            <a:r>
              <a:rPr sz="1500" spc="65" dirty="0">
                <a:solidFill>
                  <a:srgbClr val="93A2B8"/>
                </a:solidFill>
                <a:latin typeface="Tahoma"/>
                <a:cs typeface="Tahoma"/>
              </a:rPr>
              <a:t>between</a:t>
            </a:r>
            <a:r>
              <a:rPr sz="1500" spc="35" dirty="0">
                <a:solidFill>
                  <a:srgbClr val="93A2B8"/>
                </a:solidFill>
                <a:latin typeface="Tahoma"/>
                <a:cs typeface="Tahoma"/>
              </a:rPr>
              <a:t> </a:t>
            </a:r>
            <a:r>
              <a:rPr sz="1500" dirty="0">
                <a:solidFill>
                  <a:srgbClr val="93A2B8"/>
                </a:solidFill>
                <a:latin typeface="Tahoma"/>
                <a:cs typeface="Tahoma"/>
              </a:rPr>
              <a:t>static</a:t>
            </a:r>
            <a:r>
              <a:rPr sz="1500" spc="30" dirty="0">
                <a:solidFill>
                  <a:srgbClr val="93A2B8"/>
                </a:solidFill>
                <a:latin typeface="Tahoma"/>
                <a:cs typeface="Tahoma"/>
              </a:rPr>
              <a:t> </a:t>
            </a:r>
            <a:r>
              <a:rPr sz="1500" dirty="0">
                <a:solidFill>
                  <a:srgbClr val="93A2B8"/>
                </a:solidFill>
                <a:latin typeface="Tahoma"/>
                <a:cs typeface="Tahoma"/>
              </a:rPr>
              <a:t>smart</a:t>
            </a:r>
            <a:r>
              <a:rPr sz="1500" spc="45" dirty="0">
                <a:solidFill>
                  <a:srgbClr val="93A2B8"/>
                </a:solidFill>
                <a:latin typeface="Tahoma"/>
                <a:cs typeface="Tahoma"/>
              </a:rPr>
              <a:t> </a:t>
            </a:r>
            <a:r>
              <a:rPr sz="1500" spc="75" dirty="0">
                <a:solidFill>
                  <a:srgbClr val="93A2B8"/>
                </a:solidFill>
                <a:latin typeface="Tahoma"/>
                <a:cs typeface="Tahoma"/>
              </a:rPr>
              <a:t>speakers</a:t>
            </a:r>
            <a:r>
              <a:rPr sz="1500" spc="20" dirty="0">
                <a:solidFill>
                  <a:srgbClr val="93A2B8"/>
                </a:solidFill>
                <a:latin typeface="Tahoma"/>
                <a:cs typeface="Tahoma"/>
              </a:rPr>
              <a:t> </a:t>
            </a:r>
            <a:r>
              <a:rPr sz="1500" spc="35" dirty="0">
                <a:solidFill>
                  <a:srgbClr val="93A2B8"/>
                </a:solidFill>
                <a:latin typeface="Tahoma"/>
                <a:cs typeface="Tahoma"/>
              </a:rPr>
              <a:t>and </a:t>
            </a:r>
            <a:r>
              <a:rPr sz="1500" spc="55" dirty="0">
                <a:solidFill>
                  <a:srgbClr val="93A2B8"/>
                </a:solidFill>
                <a:latin typeface="Tahoma"/>
                <a:cs typeface="Tahoma"/>
              </a:rPr>
              <a:t>autonomous</a:t>
            </a:r>
            <a:r>
              <a:rPr sz="1500" spc="-30" dirty="0">
                <a:solidFill>
                  <a:srgbClr val="93A2B8"/>
                </a:solidFill>
                <a:latin typeface="Tahoma"/>
                <a:cs typeface="Tahoma"/>
              </a:rPr>
              <a:t> </a:t>
            </a:r>
            <a:r>
              <a:rPr sz="1500" spc="35" dirty="0">
                <a:solidFill>
                  <a:srgbClr val="93A2B8"/>
                </a:solidFill>
                <a:latin typeface="Tahoma"/>
                <a:cs typeface="Tahoma"/>
              </a:rPr>
              <a:t>agents.</a:t>
            </a:r>
            <a:endParaRPr sz="1500" dirty="0">
              <a:latin typeface="Tahoma"/>
              <a:cs typeface="Tahoma"/>
            </a:endParaRPr>
          </a:p>
          <a:p>
            <a:pPr marL="334645" indent="-210820">
              <a:lnSpc>
                <a:spcPct val="100000"/>
              </a:lnSpc>
              <a:spcBef>
                <a:spcPts val="490"/>
              </a:spcBef>
              <a:buFont typeface="Tahoma"/>
              <a:buChar char="•"/>
              <a:tabLst>
                <a:tab pos="334645" algn="l"/>
              </a:tabLst>
            </a:pPr>
            <a:r>
              <a:rPr sz="1500" b="1" spc="-70" dirty="0">
                <a:solidFill>
                  <a:srgbClr val="93A2B8"/>
                </a:solidFill>
                <a:latin typeface="Tahoma"/>
                <a:cs typeface="Tahoma"/>
              </a:rPr>
              <a:t>AI-</a:t>
            </a:r>
            <a:r>
              <a:rPr sz="1500" b="1" spc="-20" dirty="0">
                <a:solidFill>
                  <a:srgbClr val="93A2B8"/>
                </a:solidFill>
                <a:latin typeface="Tahoma"/>
                <a:cs typeface="Tahoma"/>
              </a:rPr>
              <a:t>Powered:</a:t>
            </a:r>
            <a:r>
              <a:rPr sz="1500" b="1" spc="65" dirty="0">
                <a:solidFill>
                  <a:srgbClr val="93A2B8"/>
                </a:solidFill>
                <a:latin typeface="Tahoma"/>
                <a:cs typeface="Tahoma"/>
              </a:rPr>
              <a:t> </a:t>
            </a:r>
            <a:r>
              <a:rPr sz="1500" spc="55" dirty="0">
                <a:solidFill>
                  <a:srgbClr val="93A2B8"/>
                </a:solidFill>
                <a:latin typeface="Tahoma"/>
                <a:cs typeface="Tahoma"/>
              </a:rPr>
              <a:t>Runs</a:t>
            </a:r>
            <a:r>
              <a:rPr sz="1500" spc="15" dirty="0">
                <a:solidFill>
                  <a:srgbClr val="93A2B8"/>
                </a:solidFill>
                <a:latin typeface="Tahoma"/>
                <a:cs typeface="Tahoma"/>
              </a:rPr>
              <a:t> </a:t>
            </a:r>
            <a:r>
              <a:rPr sz="1500" spc="65" dirty="0">
                <a:solidFill>
                  <a:srgbClr val="93A2B8"/>
                </a:solidFill>
                <a:latin typeface="Tahoma"/>
                <a:cs typeface="Tahoma"/>
              </a:rPr>
              <a:t>local</a:t>
            </a:r>
            <a:r>
              <a:rPr sz="1500" spc="30" dirty="0">
                <a:solidFill>
                  <a:srgbClr val="93A2B8"/>
                </a:solidFill>
                <a:latin typeface="Tahoma"/>
                <a:cs typeface="Tahoma"/>
              </a:rPr>
              <a:t> </a:t>
            </a:r>
            <a:r>
              <a:rPr sz="1500" spc="125" dirty="0">
                <a:solidFill>
                  <a:srgbClr val="93A2B8"/>
                </a:solidFill>
                <a:latin typeface="Tahoma"/>
                <a:cs typeface="Tahoma"/>
              </a:rPr>
              <a:t>LLMs</a:t>
            </a:r>
            <a:r>
              <a:rPr sz="1500" spc="-5" dirty="0">
                <a:solidFill>
                  <a:srgbClr val="93A2B8"/>
                </a:solidFill>
                <a:latin typeface="Tahoma"/>
                <a:cs typeface="Tahoma"/>
              </a:rPr>
              <a:t> </a:t>
            </a:r>
            <a:r>
              <a:rPr sz="1500" spc="60" dirty="0">
                <a:solidFill>
                  <a:srgbClr val="93A2B8"/>
                </a:solidFill>
                <a:latin typeface="Tahoma"/>
                <a:cs typeface="Tahoma"/>
              </a:rPr>
              <a:t>for</a:t>
            </a:r>
            <a:r>
              <a:rPr sz="1500" spc="10" dirty="0">
                <a:solidFill>
                  <a:srgbClr val="93A2B8"/>
                </a:solidFill>
                <a:latin typeface="Tahoma"/>
                <a:cs typeface="Tahoma"/>
              </a:rPr>
              <a:t> </a:t>
            </a:r>
            <a:r>
              <a:rPr sz="1500" dirty="0">
                <a:solidFill>
                  <a:srgbClr val="93A2B8"/>
                </a:solidFill>
                <a:latin typeface="Tahoma"/>
                <a:cs typeface="Tahoma"/>
              </a:rPr>
              <a:t>intelligent</a:t>
            </a:r>
            <a:r>
              <a:rPr sz="1500" spc="25" dirty="0">
                <a:solidFill>
                  <a:srgbClr val="93A2B8"/>
                </a:solidFill>
                <a:latin typeface="Tahoma"/>
                <a:cs typeface="Tahoma"/>
              </a:rPr>
              <a:t> </a:t>
            </a:r>
            <a:r>
              <a:rPr sz="1500" spc="40" dirty="0">
                <a:solidFill>
                  <a:srgbClr val="93A2B8"/>
                </a:solidFill>
                <a:latin typeface="Tahoma"/>
                <a:cs typeface="Tahoma"/>
              </a:rPr>
              <a:t>reasoning.</a:t>
            </a:r>
            <a:endParaRPr sz="1500" dirty="0">
              <a:latin typeface="Tahoma"/>
              <a:cs typeface="Tahoma"/>
            </a:endParaRPr>
          </a:p>
          <a:p>
            <a:pPr marL="334010" indent="-210185">
              <a:lnSpc>
                <a:spcPct val="100000"/>
              </a:lnSpc>
              <a:spcBef>
                <a:spcPts val="1350"/>
              </a:spcBef>
              <a:buFont typeface="Tahoma"/>
              <a:buChar char="•"/>
              <a:tabLst>
                <a:tab pos="334010" algn="l"/>
              </a:tabLst>
            </a:pPr>
            <a:r>
              <a:rPr sz="1500" b="1" dirty="0">
                <a:solidFill>
                  <a:srgbClr val="93A2B8"/>
                </a:solidFill>
                <a:latin typeface="Tahoma"/>
                <a:cs typeface="Tahoma"/>
              </a:rPr>
              <a:t>Mobile:</a:t>
            </a:r>
            <a:r>
              <a:rPr sz="1500" b="1" spc="30" dirty="0">
                <a:solidFill>
                  <a:srgbClr val="93A2B8"/>
                </a:solidFill>
                <a:latin typeface="Tahoma"/>
                <a:cs typeface="Tahoma"/>
              </a:rPr>
              <a:t> </a:t>
            </a:r>
            <a:r>
              <a:rPr sz="1500" spc="55" dirty="0">
                <a:solidFill>
                  <a:srgbClr val="93A2B8"/>
                </a:solidFill>
                <a:latin typeface="Tahoma"/>
                <a:cs typeface="Tahoma"/>
              </a:rPr>
              <a:t>Fully</a:t>
            </a:r>
            <a:r>
              <a:rPr sz="1500" spc="-25" dirty="0">
                <a:solidFill>
                  <a:srgbClr val="93A2B8"/>
                </a:solidFill>
                <a:latin typeface="Tahoma"/>
                <a:cs typeface="Tahoma"/>
              </a:rPr>
              <a:t> </a:t>
            </a:r>
            <a:r>
              <a:rPr sz="1500" spc="55" dirty="0">
                <a:solidFill>
                  <a:srgbClr val="93A2B8"/>
                </a:solidFill>
                <a:latin typeface="Tahoma"/>
                <a:cs typeface="Tahoma"/>
              </a:rPr>
              <a:t>autonomous</a:t>
            </a:r>
            <a:r>
              <a:rPr sz="1500" spc="-30" dirty="0">
                <a:solidFill>
                  <a:srgbClr val="93A2B8"/>
                </a:solidFill>
                <a:latin typeface="Tahoma"/>
                <a:cs typeface="Tahoma"/>
              </a:rPr>
              <a:t> </a:t>
            </a:r>
            <a:r>
              <a:rPr sz="1500" spc="45" dirty="0">
                <a:solidFill>
                  <a:srgbClr val="93A2B8"/>
                </a:solidFill>
                <a:latin typeface="Tahoma"/>
                <a:cs typeface="Tahoma"/>
              </a:rPr>
              <a:t>movement,</a:t>
            </a:r>
            <a:r>
              <a:rPr sz="1500" spc="-20" dirty="0">
                <a:solidFill>
                  <a:srgbClr val="93A2B8"/>
                </a:solidFill>
                <a:latin typeface="Tahoma"/>
                <a:cs typeface="Tahoma"/>
              </a:rPr>
              <a:t> </a:t>
            </a:r>
            <a:r>
              <a:rPr sz="1500" dirty="0">
                <a:solidFill>
                  <a:srgbClr val="93A2B8"/>
                </a:solidFill>
                <a:latin typeface="Tahoma"/>
                <a:cs typeface="Tahoma"/>
              </a:rPr>
              <a:t>not</a:t>
            </a:r>
            <a:r>
              <a:rPr sz="1500" spc="-25" dirty="0">
                <a:solidFill>
                  <a:srgbClr val="93A2B8"/>
                </a:solidFill>
                <a:latin typeface="Tahoma"/>
                <a:cs typeface="Tahoma"/>
              </a:rPr>
              <a:t> </a:t>
            </a:r>
            <a:r>
              <a:rPr sz="1500" spc="45" dirty="0">
                <a:solidFill>
                  <a:srgbClr val="93A2B8"/>
                </a:solidFill>
                <a:latin typeface="Tahoma"/>
                <a:cs typeface="Tahoma"/>
              </a:rPr>
              <a:t>tethered</a:t>
            </a:r>
            <a:r>
              <a:rPr sz="1500" spc="-50" dirty="0">
                <a:solidFill>
                  <a:srgbClr val="93A2B8"/>
                </a:solidFill>
                <a:latin typeface="Tahoma"/>
                <a:cs typeface="Tahoma"/>
              </a:rPr>
              <a:t> </a:t>
            </a:r>
            <a:r>
              <a:rPr sz="1500" dirty="0">
                <a:solidFill>
                  <a:srgbClr val="93A2B8"/>
                </a:solidFill>
                <a:latin typeface="Tahoma"/>
                <a:cs typeface="Tahoma"/>
              </a:rPr>
              <a:t>to</a:t>
            </a:r>
            <a:r>
              <a:rPr sz="1500" spc="-25" dirty="0">
                <a:solidFill>
                  <a:srgbClr val="93A2B8"/>
                </a:solidFill>
                <a:latin typeface="Tahoma"/>
                <a:cs typeface="Tahoma"/>
              </a:rPr>
              <a:t> </a:t>
            </a:r>
            <a:r>
              <a:rPr sz="1500" spc="-50" dirty="0">
                <a:solidFill>
                  <a:srgbClr val="93A2B8"/>
                </a:solidFill>
                <a:latin typeface="Tahoma"/>
                <a:cs typeface="Tahoma"/>
              </a:rPr>
              <a:t>a</a:t>
            </a:r>
            <a:endParaRPr sz="1500" dirty="0">
              <a:latin typeface="Tahoma"/>
              <a:cs typeface="Tahoma"/>
            </a:endParaRPr>
          </a:p>
          <a:p>
            <a:pPr marL="333375">
              <a:lnSpc>
                <a:spcPct val="100000"/>
              </a:lnSpc>
              <a:spcBef>
                <a:spcPts val="1080"/>
              </a:spcBef>
            </a:pPr>
            <a:r>
              <a:rPr sz="1500" spc="-10" dirty="0">
                <a:solidFill>
                  <a:srgbClr val="93A2B8"/>
                </a:solidFill>
                <a:latin typeface="Tahoma"/>
                <a:cs typeface="Tahoma"/>
              </a:rPr>
              <a:t>wall.</a:t>
            </a:r>
            <a:endParaRPr sz="1500" dirty="0">
              <a:latin typeface="Tahoma"/>
              <a:cs typeface="Tahoma"/>
            </a:endParaRPr>
          </a:p>
          <a:p>
            <a:pPr marL="334010" indent="-210185">
              <a:lnSpc>
                <a:spcPct val="100000"/>
              </a:lnSpc>
              <a:spcBef>
                <a:spcPts val="869"/>
              </a:spcBef>
              <a:buFont typeface="Tahoma"/>
              <a:buChar char="•"/>
              <a:tabLst>
                <a:tab pos="334010" algn="l"/>
              </a:tabLst>
            </a:pPr>
            <a:r>
              <a:rPr sz="1500" b="1" spc="-10" dirty="0">
                <a:solidFill>
                  <a:srgbClr val="93A2B8"/>
                </a:solidFill>
                <a:latin typeface="Tahoma"/>
                <a:cs typeface="Tahoma"/>
              </a:rPr>
              <a:t>Aware:</a:t>
            </a:r>
            <a:r>
              <a:rPr sz="1500" b="1" spc="-5" dirty="0">
                <a:solidFill>
                  <a:srgbClr val="93A2B8"/>
                </a:solidFill>
                <a:latin typeface="Tahoma"/>
                <a:cs typeface="Tahoma"/>
              </a:rPr>
              <a:t> </a:t>
            </a:r>
            <a:r>
              <a:rPr sz="1500" spc="70" dirty="0">
                <a:solidFill>
                  <a:srgbClr val="93A2B8"/>
                </a:solidFill>
                <a:latin typeface="Tahoma"/>
                <a:cs typeface="Tahoma"/>
              </a:rPr>
              <a:t>Understands</a:t>
            </a:r>
            <a:r>
              <a:rPr sz="1500" spc="-60" dirty="0">
                <a:solidFill>
                  <a:srgbClr val="93A2B8"/>
                </a:solidFill>
                <a:latin typeface="Tahoma"/>
                <a:cs typeface="Tahoma"/>
              </a:rPr>
              <a:t> </a:t>
            </a:r>
            <a:r>
              <a:rPr sz="1500" spc="55" dirty="0">
                <a:solidFill>
                  <a:srgbClr val="93A2B8"/>
                </a:solidFill>
                <a:latin typeface="Tahoma"/>
                <a:cs typeface="Tahoma"/>
              </a:rPr>
              <a:t>surroundings</a:t>
            </a:r>
            <a:r>
              <a:rPr sz="1500" spc="-80" dirty="0">
                <a:solidFill>
                  <a:srgbClr val="93A2B8"/>
                </a:solidFill>
                <a:latin typeface="Tahoma"/>
                <a:cs typeface="Tahoma"/>
              </a:rPr>
              <a:t> </a:t>
            </a:r>
            <a:r>
              <a:rPr sz="1500" spc="55" dirty="0">
                <a:solidFill>
                  <a:srgbClr val="93A2B8"/>
                </a:solidFill>
                <a:latin typeface="Tahoma"/>
                <a:cs typeface="Tahoma"/>
              </a:rPr>
              <a:t>via</a:t>
            </a:r>
            <a:r>
              <a:rPr sz="1500" spc="-55" dirty="0">
                <a:solidFill>
                  <a:srgbClr val="93A2B8"/>
                </a:solidFill>
                <a:latin typeface="Tahoma"/>
                <a:cs typeface="Tahoma"/>
              </a:rPr>
              <a:t> </a:t>
            </a:r>
            <a:r>
              <a:rPr sz="1500" spc="60" dirty="0">
                <a:solidFill>
                  <a:srgbClr val="93A2B8"/>
                </a:solidFill>
                <a:latin typeface="Tahoma"/>
                <a:cs typeface="Tahoma"/>
              </a:rPr>
              <a:t>vision</a:t>
            </a:r>
            <a:r>
              <a:rPr sz="1500" spc="-35" dirty="0">
                <a:solidFill>
                  <a:srgbClr val="93A2B8"/>
                </a:solidFill>
                <a:latin typeface="Tahoma"/>
                <a:cs typeface="Tahoma"/>
              </a:rPr>
              <a:t> </a:t>
            </a:r>
            <a:r>
              <a:rPr sz="1500" spc="35" dirty="0">
                <a:solidFill>
                  <a:srgbClr val="93A2B8"/>
                </a:solidFill>
                <a:latin typeface="Tahoma"/>
                <a:cs typeface="Tahoma"/>
              </a:rPr>
              <a:t>and</a:t>
            </a:r>
            <a:endParaRPr sz="1500" dirty="0">
              <a:latin typeface="Tahoma"/>
              <a:cs typeface="Tahoma"/>
            </a:endParaRPr>
          </a:p>
          <a:p>
            <a:pPr marL="334010" indent="-210185">
              <a:lnSpc>
                <a:spcPct val="100000"/>
              </a:lnSpc>
              <a:spcBef>
                <a:spcPts val="1350"/>
              </a:spcBef>
              <a:buChar char="•"/>
              <a:tabLst>
                <a:tab pos="334010" algn="l"/>
              </a:tabLst>
            </a:pPr>
            <a:r>
              <a:rPr lang="en-IN" sz="1500" b="1" spc="85" dirty="0" err="1">
                <a:solidFill>
                  <a:srgbClr val="93A2B8"/>
                </a:solidFill>
                <a:latin typeface="Tahoma"/>
                <a:cs typeface="Tahoma"/>
              </a:rPr>
              <a:t>Comminicative</a:t>
            </a:r>
            <a:r>
              <a:rPr lang="en-IN" sz="1500" b="1" spc="85">
                <a:solidFill>
                  <a:srgbClr val="93A2B8"/>
                </a:solidFill>
                <a:latin typeface="Tahoma"/>
                <a:cs typeface="Tahoma"/>
              </a:rPr>
              <a:t> : </a:t>
            </a:r>
            <a:r>
              <a:rPr sz="1500" spc="85">
                <a:solidFill>
                  <a:srgbClr val="93A2B8"/>
                </a:solidFill>
                <a:latin typeface="Tahoma"/>
                <a:cs typeface="Tahoma"/>
              </a:rPr>
              <a:t>Speaks</a:t>
            </a:r>
            <a:r>
              <a:rPr sz="1500" spc="-70">
                <a:solidFill>
                  <a:srgbClr val="93A2B8"/>
                </a:solidFill>
                <a:latin typeface="Tahoma"/>
                <a:cs typeface="Tahoma"/>
              </a:rPr>
              <a:t> </a:t>
            </a:r>
            <a:r>
              <a:rPr sz="1500" spc="60" dirty="0">
                <a:solidFill>
                  <a:srgbClr val="93A2B8"/>
                </a:solidFill>
                <a:latin typeface="Tahoma"/>
                <a:cs typeface="Tahoma"/>
              </a:rPr>
              <a:t>and</a:t>
            </a:r>
            <a:r>
              <a:rPr sz="1500" spc="-40" dirty="0">
                <a:solidFill>
                  <a:srgbClr val="93A2B8"/>
                </a:solidFill>
                <a:latin typeface="Tahoma"/>
                <a:cs typeface="Tahoma"/>
              </a:rPr>
              <a:t> </a:t>
            </a:r>
            <a:r>
              <a:rPr sz="1500" spc="90" dirty="0">
                <a:solidFill>
                  <a:srgbClr val="93A2B8"/>
                </a:solidFill>
                <a:latin typeface="Tahoma"/>
                <a:cs typeface="Tahoma"/>
              </a:rPr>
              <a:t>shows</a:t>
            </a:r>
            <a:r>
              <a:rPr sz="1500" spc="-55" dirty="0">
                <a:solidFill>
                  <a:srgbClr val="93A2B8"/>
                </a:solidFill>
                <a:latin typeface="Tahoma"/>
                <a:cs typeface="Tahoma"/>
              </a:rPr>
              <a:t> </a:t>
            </a:r>
            <a:r>
              <a:rPr sz="1500" spc="-10" dirty="0">
                <a:solidFill>
                  <a:srgbClr val="93A2B8"/>
                </a:solidFill>
                <a:latin typeface="Tahoma"/>
                <a:cs typeface="Tahoma"/>
              </a:rPr>
              <a:t>emotions.</a:t>
            </a:r>
            <a:endParaRPr sz="1500" dirty="0">
              <a:latin typeface="Tahoma"/>
              <a:cs typeface="Tahoma"/>
            </a:endParaRPr>
          </a:p>
        </p:txBody>
      </p:sp>
      <p:sp>
        <p:nvSpPr>
          <p:cNvPr id="4" name="object 4"/>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70" dirty="0"/>
              <a:t>Redefining</a:t>
            </a:r>
            <a:r>
              <a:rPr spc="-160" dirty="0"/>
              <a:t> </a:t>
            </a:r>
            <a:r>
              <a:rPr dirty="0"/>
              <a:t>the</a:t>
            </a:r>
            <a:r>
              <a:rPr spc="-130" dirty="0"/>
              <a:t> </a:t>
            </a:r>
            <a:r>
              <a:rPr spc="-204" dirty="0"/>
              <a:t>Home</a:t>
            </a:r>
            <a:r>
              <a:rPr spc="-155" dirty="0"/>
              <a:t> </a:t>
            </a:r>
            <a:r>
              <a:rPr spc="-10" dirty="0"/>
              <a:t>Assistant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500" y="1966912"/>
            <a:ext cx="5286375" cy="3810000"/>
          </a:xfrm>
          <a:prstGeom prst="rect">
            <a:avLst/>
          </a:prstGeom>
        </p:spPr>
      </p:pic>
      <p:sp>
        <p:nvSpPr>
          <p:cNvPr id="3" name="object 3"/>
          <p:cNvSpPr txBox="1"/>
          <p:nvPr/>
        </p:nvSpPr>
        <p:spPr>
          <a:xfrm>
            <a:off x="6284214" y="2600071"/>
            <a:ext cx="5334635" cy="2440940"/>
          </a:xfrm>
          <a:prstGeom prst="rect">
            <a:avLst/>
          </a:prstGeom>
        </p:spPr>
        <p:txBody>
          <a:bodyPr vert="horz" wrap="square" lIns="0" tIns="12700" rIns="0" bIns="0" rtlCol="0">
            <a:spAutoFit/>
          </a:bodyPr>
          <a:lstStyle/>
          <a:p>
            <a:pPr marL="50800">
              <a:lnSpc>
                <a:spcPct val="100000"/>
              </a:lnSpc>
              <a:spcBef>
                <a:spcPts val="100"/>
              </a:spcBef>
            </a:pPr>
            <a:r>
              <a:rPr sz="2100" b="1" spc="-55" dirty="0">
                <a:solidFill>
                  <a:srgbClr val="E1E8EF"/>
                </a:solidFill>
                <a:latin typeface="Tahoma"/>
                <a:cs typeface="Tahoma"/>
              </a:rPr>
              <a:t>Democratizing</a:t>
            </a:r>
            <a:r>
              <a:rPr sz="2100" b="1" spc="-80" dirty="0">
                <a:solidFill>
                  <a:srgbClr val="E1E8EF"/>
                </a:solidFill>
                <a:latin typeface="Tahoma"/>
                <a:cs typeface="Tahoma"/>
              </a:rPr>
              <a:t> </a:t>
            </a:r>
            <a:r>
              <a:rPr sz="2100" b="1" spc="-10" dirty="0">
                <a:solidFill>
                  <a:srgbClr val="E1E8EF"/>
                </a:solidFill>
                <a:latin typeface="Tahoma"/>
                <a:cs typeface="Tahoma"/>
              </a:rPr>
              <a:t>Robotics</a:t>
            </a:r>
            <a:endParaRPr sz="2100">
              <a:latin typeface="Tahoma"/>
              <a:cs typeface="Tahoma"/>
            </a:endParaRPr>
          </a:p>
          <a:p>
            <a:pPr marL="50800">
              <a:lnSpc>
                <a:spcPct val="100000"/>
              </a:lnSpc>
              <a:spcBef>
                <a:spcPts val="2470"/>
              </a:spcBef>
            </a:pPr>
            <a:r>
              <a:rPr sz="1500" dirty="0">
                <a:solidFill>
                  <a:srgbClr val="93A2B8"/>
                </a:solidFill>
                <a:latin typeface="Tahoma"/>
                <a:cs typeface="Tahoma"/>
              </a:rPr>
              <a:t>Inspired</a:t>
            </a:r>
            <a:r>
              <a:rPr sz="1500" spc="15" dirty="0">
                <a:solidFill>
                  <a:srgbClr val="93A2B8"/>
                </a:solidFill>
                <a:latin typeface="Tahoma"/>
                <a:cs typeface="Tahoma"/>
              </a:rPr>
              <a:t> </a:t>
            </a:r>
            <a:r>
              <a:rPr sz="1500" spc="90" dirty="0">
                <a:solidFill>
                  <a:srgbClr val="93A2B8"/>
                </a:solidFill>
                <a:latin typeface="Tahoma"/>
                <a:cs typeface="Tahoma"/>
              </a:rPr>
              <a:t>by</a:t>
            </a:r>
            <a:r>
              <a:rPr sz="1500" spc="65" dirty="0">
                <a:solidFill>
                  <a:srgbClr val="93A2B8"/>
                </a:solidFill>
                <a:latin typeface="Tahoma"/>
                <a:cs typeface="Tahoma"/>
              </a:rPr>
              <a:t> </a:t>
            </a:r>
            <a:r>
              <a:rPr sz="1500" spc="75" dirty="0">
                <a:solidFill>
                  <a:srgbClr val="93A2B8"/>
                </a:solidFill>
                <a:latin typeface="Tahoma"/>
                <a:cs typeface="Tahoma"/>
              </a:rPr>
              <a:t>advanced</a:t>
            </a:r>
            <a:r>
              <a:rPr sz="1500" spc="35" dirty="0">
                <a:solidFill>
                  <a:srgbClr val="93A2B8"/>
                </a:solidFill>
                <a:latin typeface="Tahoma"/>
                <a:cs typeface="Tahoma"/>
              </a:rPr>
              <a:t> </a:t>
            </a:r>
            <a:r>
              <a:rPr sz="1500" spc="85" dirty="0">
                <a:solidFill>
                  <a:srgbClr val="93A2B8"/>
                </a:solidFill>
                <a:latin typeface="Tahoma"/>
                <a:cs typeface="Tahoma"/>
              </a:rPr>
              <a:t>concepts</a:t>
            </a:r>
            <a:r>
              <a:rPr sz="1500" spc="75" dirty="0">
                <a:solidFill>
                  <a:srgbClr val="93A2B8"/>
                </a:solidFill>
                <a:latin typeface="Tahoma"/>
                <a:cs typeface="Tahoma"/>
              </a:rPr>
              <a:t> </a:t>
            </a:r>
            <a:r>
              <a:rPr sz="1500" dirty="0">
                <a:solidFill>
                  <a:srgbClr val="93A2B8"/>
                </a:solidFill>
                <a:latin typeface="Tahoma"/>
                <a:cs typeface="Tahoma"/>
              </a:rPr>
              <a:t>like</a:t>
            </a:r>
            <a:r>
              <a:rPr sz="1500" spc="70" dirty="0">
                <a:solidFill>
                  <a:srgbClr val="93A2B8"/>
                </a:solidFill>
                <a:latin typeface="Tahoma"/>
                <a:cs typeface="Tahoma"/>
              </a:rPr>
              <a:t> </a:t>
            </a:r>
            <a:r>
              <a:rPr sz="1500" spc="65" dirty="0">
                <a:solidFill>
                  <a:srgbClr val="93A2B8"/>
                </a:solidFill>
                <a:latin typeface="Tahoma"/>
                <a:cs typeface="Tahoma"/>
              </a:rPr>
              <a:t>Samsung</a:t>
            </a:r>
            <a:r>
              <a:rPr sz="1500" spc="85" dirty="0">
                <a:solidFill>
                  <a:srgbClr val="93A2B8"/>
                </a:solidFill>
                <a:latin typeface="Tahoma"/>
                <a:cs typeface="Tahoma"/>
              </a:rPr>
              <a:t> </a:t>
            </a:r>
            <a:r>
              <a:rPr sz="1500" dirty="0">
                <a:solidFill>
                  <a:srgbClr val="93A2B8"/>
                </a:solidFill>
                <a:latin typeface="Tahoma"/>
                <a:cs typeface="Tahoma"/>
              </a:rPr>
              <a:t>Ballie,</a:t>
            </a:r>
            <a:r>
              <a:rPr sz="1500" spc="75" dirty="0">
                <a:solidFill>
                  <a:srgbClr val="93A2B8"/>
                </a:solidFill>
                <a:latin typeface="Tahoma"/>
                <a:cs typeface="Tahoma"/>
              </a:rPr>
              <a:t> </a:t>
            </a:r>
            <a:r>
              <a:rPr sz="1500" spc="50" dirty="0">
                <a:solidFill>
                  <a:srgbClr val="93A2B8"/>
                </a:solidFill>
                <a:latin typeface="Tahoma"/>
                <a:cs typeface="Tahoma"/>
              </a:rPr>
              <a:t>Shibu</a:t>
            </a:r>
            <a:endParaRPr sz="1500">
              <a:latin typeface="Tahoma"/>
              <a:cs typeface="Tahoma"/>
            </a:endParaRPr>
          </a:p>
          <a:p>
            <a:pPr marL="50800">
              <a:lnSpc>
                <a:spcPct val="100000"/>
              </a:lnSpc>
              <a:spcBef>
                <a:spcPts val="1080"/>
              </a:spcBef>
            </a:pPr>
            <a:r>
              <a:rPr sz="1500" spc="70" dirty="0">
                <a:solidFill>
                  <a:srgbClr val="93A2B8"/>
                </a:solidFill>
                <a:latin typeface="Tahoma"/>
                <a:cs typeface="Tahoma"/>
              </a:rPr>
              <a:t>is</a:t>
            </a:r>
            <a:r>
              <a:rPr sz="1500" spc="-30" dirty="0">
                <a:solidFill>
                  <a:srgbClr val="93A2B8"/>
                </a:solidFill>
                <a:latin typeface="Tahoma"/>
                <a:cs typeface="Tahoma"/>
              </a:rPr>
              <a:t> </a:t>
            </a:r>
            <a:r>
              <a:rPr sz="1500" spc="75" dirty="0">
                <a:solidFill>
                  <a:srgbClr val="93A2B8"/>
                </a:solidFill>
                <a:latin typeface="Tahoma"/>
                <a:cs typeface="Tahoma"/>
              </a:rPr>
              <a:t>designed</a:t>
            </a:r>
            <a:r>
              <a:rPr sz="1500" spc="-45" dirty="0">
                <a:solidFill>
                  <a:srgbClr val="93A2B8"/>
                </a:solidFill>
                <a:latin typeface="Tahoma"/>
                <a:cs typeface="Tahoma"/>
              </a:rPr>
              <a:t> </a:t>
            </a:r>
            <a:r>
              <a:rPr sz="1500" dirty="0">
                <a:solidFill>
                  <a:srgbClr val="93A2B8"/>
                </a:solidFill>
                <a:latin typeface="Tahoma"/>
                <a:cs typeface="Tahoma"/>
              </a:rPr>
              <a:t>to</a:t>
            </a:r>
            <a:r>
              <a:rPr sz="1500" spc="-25" dirty="0">
                <a:solidFill>
                  <a:srgbClr val="93A2B8"/>
                </a:solidFill>
                <a:latin typeface="Tahoma"/>
                <a:cs typeface="Tahoma"/>
              </a:rPr>
              <a:t> </a:t>
            </a:r>
            <a:r>
              <a:rPr sz="1500" spc="85" dirty="0">
                <a:solidFill>
                  <a:srgbClr val="93A2B8"/>
                </a:solidFill>
                <a:latin typeface="Tahoma"/>
                <a:cs typeface="Tahoma"/>
              </a:rPr>
              <a:t>be</a:t>
            </a:r>
            <a:r>
              <a:rPr sz="1500" spc="-25" dirty="0">
                <a:solidFill>
                  <a:srgbClr val="93A2B8"/>
                </a:solidFill>
                <a:latin typeface="Tahoma"/>
                <a:cs typeface="Tahoma"/>
              </a:rPr>
              <a:t> </a:t>
            </a:r>
            <a:r>
              <a:rPr sz="1500" spc="65" dirty="0">
                <a:solidFill>
                  <a:srgbClr val="93A2B8"/>
                </a:solidFill>
                <a:latin typeface="Tahoma"/>
                <a:cs typeface="Tahoma"/>
              </a:rPr>
              <a:t>accessible.</a:t>
            </a:r>
            <a:endParaRPr sz="1500">
              <a:latin typeface="Tahoma"/>
              <a:cs typeface="Tahoma"/>
            </a:endParaRPr>
          </a:p>
          <a:p>
            <a:pPr marL="346710" indent="-210820">
              <a:lnSpc>
                <a:spcPct val="100000"/>
              </a:lnSpc>
              <a:spcBef>
                <a:spcPts val="1245"/>
              </a:spcBef>
              <a:buFont typeface="Tahoma"/>
              <a:buChar char="•"/>
              <a:tabLst>
                <a:tab pos="346710" algn="l"/>
              </a:tabLst>
            </a:pPr>
            <a:r>
              <a:rPr sz="1500" b="1" spc="-20" dirty="0">
                <a:solidFill>
                  <a:srgbClr val="93A2B8"/>
                </a:solidFill>
                <a:latin typeface="Tahoma"/>
                <a:cs typeface="Tahoma"/>
              </a:rPr>
              <a:t>Open</a:t>
            </a:r>
            <a:r>
              <a:rPr sz="1500" b="1" spc="-60" dirty="0">
                <a:solidFill>
                  <a:srgbClr val="93A2B8"/>
                </a:solidFill>
                <a:latin typeface="Tahoma"/>
                <a:cs typeface="Tahoma"/>
              </a:rPr>
              <a:t> </a:t>
            </a:r>
            <a:r>
              <a:rPr sz="1500" b="1" spc="-10" dirty="0">
                <a:solidFill>
                  <a:srgbClr val="93A2B8"/>
                </a:solidFill>
                <a:latin typeface="Tahoma"/>
                <a:cs typeface="Tahoma"/>
              </a:rPr>
              <a:t>Architecture:</a:t>
            </a:r>
            <a:r>
              <a:rPr sz="1500" b="1" spc="35" dirty="0">
                <a:solidFill>
                  <a:srgbClr val="93A2B8"/>
                </a:solidFill>
                <a:latin typeface="Tahoma"/>
                <a:cs typeface="Tahoma"/>
              </a:rPr>
              <a:t> </a:t>
            </a:r>
            <a:r>
              <a:rPr sz="1500" dirty="0">
                <a:solidFill>
                  <a:srgbClr val="93A2B8"/>
                </a:solidFill>
                <a:latin typeface="Tahoma"/>
                <a:cs typeface="Tahoma"/>
              </a:rPr>
              <a:t>Built</a:t>
            </a:r>
            <a:r>
              <a:rPr sz="1500" spc="10" dirty="0">
                <a:solidFill>
                  <a:srgbClr val="93A2B8"/>
                </a:solidFill>
                <a:latin typeface="Tahoma"/>
                <a:cs typeface="Tahoma"/>
              </a:rPr>
              <a:t> </a:t>
            </a:r>
            <a:r>
              <a:rPr sz="1500" spc="65" dirty="0">
                <a:solidFill>
                  <a:srgbClr val="93A2B8"/>
                </a:solidFill>
                <a:latin typeface="Tahoma"/>
                <a:cs typeface="Tahoma"/>
              </a:rPr>
              <a:t>on</a:t>
            </a:r>
            <a:r>
              <a:rPr sz="1500" spc="-5" dirty="0">
                <a:solidFill>
                  <a:srgbClr val="93A2B8"/>
                </a:solidFill>
                <a:latin typeface="Tahoma"/>
                <a:cs typeface="Tahoma"/>
              </a:rPr>
              <a:t> </a:t>
            </a:r>
            <a:r>
              <a:rPr sz="1500" spc="85" dirty="0">
                <a:solidFill>
                  <a:srgbClr val="93A2B8"/>
                </a:solidFill>
                <a:latin typeface="Tahoma"/>
                <a:cs typeface="Tahoma"/>
              </a:rPr>
              <a:t>accessible</a:t>
            </a:r>
            <a:r>
              <a:rPr sz="1500" spc="5" dirty="0">
                <a:solidFill>
                  <a:srgbClr val="93A2B8"/>
                </a:solidFill>
                <a:latin typeface="Tahoma"/>
                <a:cs typeface="Tahoma"/>
              </a:rPr>
              <a:t> </a:t>
            </a:r>
            <a:r>
              <a:rPr sz="1500" spc="35" dirty="0">
                <a:solidFill>
                  <a:srgbClr val="93A2B8"/>
                </a:solidFill>
                <a:latin typeface="Tahoma"/>
                <a:cs typeface="Tahoma"/>
              </a:rPr>
              <a:t>hardware.</a:t>
            </a:r>
            <a:endParaRPr sz="1500">
              <a:latin typeface="Tahoma"/>
              <a:cs typeface="Tahoma"/>
            </a:endParaRPr>
          </a:p>
          <a:p>
            <a:pPr marL="346075" indent="-210185">
              <a:lnSpc>
                <a:spcPct val="100000"/>
              </a:lnSpc>
              <a:spcBef>
                <a:spcPts val="1350"/>
              </a:spcBef>
              <a:buFont typeface="Tahoma"/>
              <a:buChar char="•"/>
              <a:tabLst>
                <a:tab pos="346075" algn="l"/>
              </a:tabLst>
            </a:pPr>
            <a:r>
              <a:rPr sz="1500" b="1" spc="-20" dirty="0">
                <a:solidFill>
                  <a:srgbClr val="93A2B8"/>
                </a:solidFill>
                <a:latin typeface="Tahoma"/>
                <a:cs typeface="Tahoma"/>
              </a:rPr>
              <a:t>Modular</a:t>
            </a:r>
            <a:r>
              <a:rPr sz="1500" b="1" spc="-70" dirty="0">
                <a:solidFill>
                  <a:srgbClr val="93A2B8"/>
                </a:solidFill>
                <a:latin typeface="Tahoma"/>
                <a:cs typeface="Tahoma"/>
              </a:rPr>
              <a:t> </a:t>
            </a:r>
            <a:r>
              <a:rPr sz="1500" b="1" spc="-10" dirty="0">
                <a:solidFill>
                  <a:srgbClr val="93A2B8"/>
                </a:solidFill>
                <a:latin typeface="Tahoma"/>
                <a:cs typeface="Tahoma"/>
              </a:rPr>
              <a:t>Design:</a:t>
            </a:r>
            <a:r>
              <a:rPr sz="1500" b="1" spc="10" dirty="0">
                <a:solidFill>
                  <a:srgbClr val="93A2B8"/>
                </a:solidFill>
                <a:latin typeface="Tahoma"/>
                <a:cs typeface="Tahoma"/>
              </a:rPr>
              <a:t> </a:t>
            </a:r>
            <a:r>
              <a:rPr sz="1500" spc="75" dirty="0">
                <a:solidFill>
                  <a:srgbClr val="93A2B8"/>
                </a:solidFill>
                <a:latin typeface="Tahoma"/>
                <a:cs typeface="Tahoma"/>
              </a:rPr>
              <a:t>Easy</a:t>
            </a:r>
            <a:r>
              <a:rPr sz="1500" spc="-55" dirty="0">
                <a:solidFill>
                  <a:srgbClr val="93A2B8"/>
                </a:solidFill>
                <a:latin typeface="Tahoma"/>
                <a:cs typeface="Tahoma"/>
              </a:rPr>
              <a:t> </a:t>
            </a:r>
            <a:r>
              <a:rPr sz="1500" dirty="0">
                <a:solidFill>
                  <a:srgbClr val="93A2B8"/>
                </a:solidFill>
                <a:latin typeface="Tahoma"/>
                <a:cs typeface="Tahoma"/>
              </a:rPr>
              <a:t>to</a:t>
            </a:r>
            <a:r>
              <a:rPr sz="1500" spc="-45" dirty="0">
                <a:solidFill>
                  <a:srgbClr val="93A2B8"/>
                </a:solidFill>
                <a:latin typeface="Tahoma"/>
                <a:cs typeface="Tahoma"/>
              </a:rPr>
              <a:t> </a:t>
            </a:r>
            <a:r>
              <a:rPr sz="1500" spc="65" dirty="0">
                <a:solidFill>
                  <a:srgbClr val="93A2B8"/>
                </a:solidFill>
                <a:latin typeface="Tahoma"/>
                <a:cs typeface="Tahoma"/>
              </a:rPr>
              <a:t>upgrade</a:t>
            </a:r>
            <a:r>
              <a:rPr sz="1500" spc="-65" dirty="0">
                <a:solidFill>
                  <a:srgbClr val="93A2B8"/>
                </a:solidFill>
                <a:latin typeface="Tahoma"/>
                <a:cs typeface="Tahoma"/>
              </a:rPr>
              <a:t> </a:t>
            </a:r>
            <a:r>
              <a:rPr sz="1500" spc="60" dirty="0">
                <a:solidFill>
                  <a:srgbClr val="93A2B8"/>
                </a:solidFill>
                <a:latin typeface="Tahoma"/>
                <a:cs typeface="Tahoma"/>
              </a:rPr>
              <a:t>and</a:t>
            </a:r>
            <a:r>
              <a:rPr sz="1500" spc="-35" dirty="0">
                <a:solidFill>
                  <a:srgbClr val="93A2B8"/>
                </a:solidFill>
                <a:latin typeface="Tahoma"/>
                <a:cs typeface="Tahoma"/>
              </a:rPr>
              <a:t> </a:t>
            </a:r>
            <a:r>
              <a:rPr sz="1500" spc="-10" dirty="0">
                <a:solidFill>
                  <a:srgbClr val="93A2B8"/>
                </a:solidFill>
                <a:latin typeface="Tahoma"/>
                <a:cs typeface="Tahoma"/>
              </a:rPr>
              <a:t>repair.</a:t>
            </a:r>
            <a:endParaRPr sz="1500">
              <a:latin typeface="Tahoma"/>
              <a:cs typeface="Tahoma"/>
            </a:endParaRPr>
          </a:p>
          <a:p>
            <a:pPr marL="346075" indent="-210185">
              <a:lnSpc>
                <a:spcPct val="100000"/>
              </a:lnSpc>
              <a:spcBef>
                <a:spcPts val="1355"/>
              </a:spcBef>
              <a:buFont typeface="Tahoma"/>
              <a:buChar char="•"/>
              <a:tabLst>
                <a:tab pos="346075" algn="l"/>
              </a:tabLst>
            </a:pPr>
            <a:r>
              <a:rPr sz="1500" b="1" dirty="0">
                <a:solidFill>
                  <a:srgbClr val="93A2B8"/>
                </a:solidFill>
                <a:latin typeface="Tahoma"/>
                <a:cs typeface="Tahoma"/>
              </a:rPr>
              <a:t>Affordable:</a:t>
            </a:r>
            <a:r>
              <a:rPr sz="1500" b="1" spc="20" dirty="0">
                <a:solidFill>
                  <a:srgbClr val="93A2B8"/>
                </a:solidFill>
                <a:latin typeface="Tahoma"/>
                <a:cs typeface="Tahoma"/>
              </a:rPr>
              <a:t> </a:t>
            </a:r>
            <a:r>
              <a:rPr sz="1500" spc="75" dirty="0">
                <a:solidFill>
                  <a:srgbClr val="93A2B8"/>
                </a:solidFill>
                <a:latin typeface="Tahoma"/>
                <a:cs typeface="Tahoma"/>
              </a:rPr>
              <a:t>High-</a:t>
            </a:r>
            <a:r>
              <a:rPr sz="1500" spc="55" dirty="0">
                <a:solidFill>
                  <a:srgbClr val="93A2B8"/>
                </a:solidFill>
                <a:latin typeface="Tahoma"/>
                <a:cs typeface="Tahoma"/>
              </a:rPr>
              <a:t>level</a:t>
            </a:r>
            <a:r>
              <a:rPr sz="1500" spc="-40" dirty="0">
                <a:solidFill>
                  <a:srgbClr val="93A2B8"/>
                </a:solidFill>
                <a:latin typeface="Tahoma"/>
                <a:cs typeface="Tahoma"/>
              </a:rPr>
              <a:t> </a:t>
            </a:r>
            <a:r>
              <a:rPr sz="1500" dirty="0">
                <a:solidFill>
                  <a:srgbClr val="93A2B8"/>
                </a:solidFill>
                <a:latin typeface="Tahoma"/>
                <a:cs typeface="Tahoma"/>
              </a:rPr>
              <a:t>AI</a:t>
            </a:r>
            <a:r>
              <a:rPr sz="1500" spc="-40" dirty="0">
                <a:solidFill>
                  <a:srgbClr val="93A2B8"/>
                </a:solidFill>
                <a:latin typeface="Tahoma"/>
                <a:cs typeface="Tahoma"/>
              </a:rPr>
              <a:t> </a:t>
            </a:r>
            <a:r>
              <a:rPr sz="1500" dirty="0">
                <a:solidFill>
                  <a:srgbClr val="93A2B8"/>
                </a:solidFill>
                <a:latin typeface="Tahoma"/>
                <a:cs typeface="Tahoma"/>
              </a:rPr>
              <a:t>at</a:t>
            </a:r>
            <a:r>
              <a:rPr sz="1500" spc="-35" dirty="0">
                <a:solidFill>
                  <a:srgbClr val="93A2B8"/>
                </a:solidFill>
                <a:latin typeface="Tahoma"/>
                <a:cs typeface="Tahoma"/>
              </a:rPr>
              <a:t> </a:t>
            </a:r>
            <a:r>
              <a:rPr sz="1500" dirty="0">
                <a:solidFill>
                  <a:srgbClr val="93A2B8"/>
                </a:solidFill>
                <a:latin typeface="Tahoma"/>
                <a:cs typeface="Tahoma"/>
              </a:rPr>
              <a:t>a</a:t>
            </a:r>
            <a:r>
              <a:rPr sz="1500" spc="-35" dirty="0">
                <a:solidFill>
                  <a:srgbClr val="93A2B8"/>
                </a:solidFill>
                <a:latin typeface="Tahoma"/>
                <a:cs typeface="Tahoma"/>
              </a:rPr>
              <a:t> </a:t>
            </a:r>
            <a:r>
              <a:rPr sz="1500" spc="55" dirty="0">
                <a:solidFill>
                  <a:srgbClr val="93A2B8"/>
                </a:solidFill>
                <a:latin typeface="Tahoma"/>
                <a:cs typeface="Tahoma"/>
              </a:rPr>
              <a:t>fraction</a:t>
            </a:r>
            <a:r>
              <a:rPr sz="1500" spc="-35" dirty="0">
                <a:solidFill>
                  <a:srgbClr val="93A2B8"/>
                </a:solidFill>
                <a:latin typeface="Tahoma"/>
                <a:cs typeface="Tahoma"/>
              </a:rPr>
              <a:t> </a:t>
            </a:r>
            <a:r>
              <a:rPr sz="1500" spc="70" dirty="0">
                <a:solidFill>
                  <a:srgbClr val="93A2B8"/>
                </a:solidFill>
                <a:latin typeface="Tahoma"/>
                <a:cs typeface="Tahoma"/>
              </a:rPr>
              <a:t>of</a:t>
            </a:r>
            <a:r>
              <a:rPr sz="1500" spc="-45" dirty="0">
                <a:solidFill>
                  <a:srgbClr val="93A2B8"/>
                </a:solidFill>
                <a:latin typeface="Tahoma"/>
                <a:cs typeface="Tahoma"/>
              </a:rPr>
              <a:t> </a:t>
            </a:r>
            <a:r>
              <a:rPr sz="1500" dirty="0">
                <a:solidFill>
                  <a:srgbClr val="93A2B8"/>
                </a:solidFill>
                <a:latin typeface="Tahoma"/>
                <a:cs typeface="Tahoma"/>
              </a:rPr>
              <a:t>the</a:t>
            </a:r>
            <a:r>
              <a:rPr sz="1500" spc="-30" dirty="0">
                <a:solidFill>
                  <a:srgbClr val="93A2B8"/>
                </a:solidFill>
                <a:latin typeface="Tahoma"/>
                <a:cs typeface="Tahoma"/>
              </a:rPr>
              <a:t> </a:t>
            </a:r>
            <a:r>
              <a:rPr sz="1500" spc="50" dirty="0">
                <a:solidFill>
                  <a:srgbClr val="93A2B8"/>
                </a:solidFill>
                <a:latin typeface="Tahoma"/>
                <a:cs typeface="Tahoma"/>
              </a:rPr>
              <a:t>cost.</a:t>
            </a:r>
            <a:endParaRPr sz="1500">
              <a:latin typeface="Tahoma"/>
              <a:cs typeface="Tahoma"/>
            </a:endParaRPr>
          </a:p>
        </p:txBody>
      </p:sp>
      <p:sp>
        <p:nvSpPr>
          <p:cNvPr id="4" name="object 4"/>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85" dirty="0"/>
              <a:t>The</a:t>
            </a:r>
            <a:r>
              <a:rPr spc="-130" dirty="0"/>
              <a:t> </a:t>
            </a:r>
            <a:r>
              <a:rPr spc="-95" dirty="0"/>
              <a:t>Inspiration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500" y="2381250"/>
            <a:ext cx="2547874" cy="2981325"/>
          </a:xfrm>
          <a:prstGeom prst="rect">
            <a:avLst/>
          </a:prstGeom>
        </p:spPr>
      </p:pic>
      <p:pic>
        <p:nvPicPr>
          <p:cNvPr id="3" name="object 3"/>
          <p:cNvPicPr/>
          <p:nvPr/>
        </p:nvPicPr>
        <p:blipFill>
          <a:blip r:embed="rId3" cstate="print"/>
          <a:stretch>
            <a:fillRect/>
          </a:stretch>
        </p:blipFill>
        <p:spPr>
          <a:xfrm>
            <a:off x="3405123" y="2381250"/>
            <a:ext cx="2547874" cy="2981325"/>
          </a:xfrm>
          <a:prstGeom prst="rect">
            <a:avLst/>
          </a:prstGeom>
        </p:spPr>
      </p:pic>
      <p:pic>
        <p:nvPicPr>
          <p:cNvPr id="4" name="object 4"/>
          <p:cNvPicPr/>
          <p:nvPr/>
        </p:nvPicPr>
        <p:blipFill>
          <a:blip r:embed="rId4" cstate="print"/>
          <a:stretch>
            <a:fillRect/>
          </a:stretch>
        </p:blipFill>
        <p:spPr>
          <a:xfrm>
            <a:off x="6238875" y="2381250"/>
            <a:ext cx="2547874" cy="2981325"/>
          </a:xfrm>
          <a:prstGeom prst="rect">
            <a:avLst/>
          </a:prstGeom>
        </p:spPr>
      </p:pic>
      <p:pic>
        <p:nvPicPr>
          <p:cNvPr id="5" name="object 5"/>
          <p:cNvPicPr/>
          <p:nvPr/>
        </p:nvPicPr>
        <p:blipFill>
          <a:blip r:embed="rId5" cstate="print"/>
          <a:stretch>
            <a:fillRect/>
          </a:stretch>
        </p:blipFill>
        <p:spPr>
          <a:xfrm>
            <a:off x="9072498" y="2381250"/>
            <a:ext cx="2547874" cy="2981325"/>
          </a:xfrm>
          <a:prstGeom prst="rect">
            <a:avLst/>
          </a:prstGeom>
        </p:spPr>
      </p:pic>
      <p:sp>
        <p:nvSpPr>
          <p:cNvPr id="6" name="object 6"/>
          <p:cNvSpPr txBox="1"/>
          <p:nvPr/>
        </p:nvSpPr>
        <p:spPr>
          <a:xfrm>
            <a:off x="1163218" y="3305047"/>
            <a:ext cx="1363980" cy="345440"/>
          </a:xfrm>
          <a:prstGeom prst="rect">
            <a:avLst/>
          </a:prstGeom>
        </p:spPr>
        <p:txBody>
          <a:bodyPr vert="horz" wrap="square" lIns="0" tIns="12700" rIns="0" bIns="0" rtlCol="0">
            <a:spAutoFit/>
          </a:bodyPr>
          <a:lstStyle/>
          <a:p>
            <a:pPr marL="12700">
              <a:lnSpc>
                <a:spcPct val="100000"/>
              </a:lnSpc>
              <a:spcBef>
                <a:spcPts val="100"/>
              </a:spcBef>
            </a:pPr>
            <a:r>
              <a:rPr sz="2100" b="1" spc="-65" dirty="0">
                <a:solidFill>
                  <a:srgbClr val="E1E8EF"/>
                </a:solidFill>
                <a:latin typeface="Tahoma"/>
                <a:cs typeface="Tahoma"/>
              </a:rPr>
              <a:t>User</a:t>
            </a:r>
            <a:r>
              <a:rPr sz="2100" b="1" spc="-85" dirty="0">
                <a:solidFill>
                  <a:srgbClr val="E1E8EF"/>
                </a:solidFill>
                <a:latin typeface="Tahoma"/>
                <a:cs typeface="Tahoma"/>
              </a:rPr>
              <a:t> Input</a:t>
            </a:r>
            <a:endParaRPr sz="2100">
              <a:latin typeface="Tahoma"/>
              <a:cs typeface="Tahoma"/>
            </a:endParaRPr>
          </a:p>
        </p:txBody>
      </p:sp>
      <p:sp>
        <p:nvSpPr>
          <p:cNvPr id="7" name="object 7"/>
          <p:cNvSpPr txBox="1"/>
          <p:nvPr/>
        </p:nvSpPr>
        <p:spPr>
          <a:xfrm>
            <a:off x="885545" y="4082033"/>
            <a:ext cx="1917700" cy="986155"/>
          </a:xfrm>
          <a:prstGeom prst="rect">
            <a:avLst/>
          </a:prstGeom>
        </p:spPr>
        <p:txBody>
          <a:bodyPr vert="horz" wrap="square" lIns="0" tIns="12700" rIns="0" bIns="0" rtlCol="0">
            <a:spAutoFit/>
          </a:bodyPr>
          <a:lstStyle/>
          <a:p>
            <a:pPr marL="1905" algn="ctr">
              <a:lnSpc>
                <a:spcPct val="100000"/>
              </a:lnSpc>
              <a:spcBef>
                <a:spcPts val="100"/>
              </a:spcBef>
            </a:pPr>
            <a:r>
              <a:rPr sz="1500" spc="90" dirty="0">
                <a:solidFill>
                  <a:srgbClr val="93A2B8"/>
                </a:solidFill>
                <a:latin typeface="Tahoma"/>
                <a:cs typeface="Tahoma"/>
              </a:rPr>
              <a:t>Voice</a:t>
            </a:r>
            <a:r>
              <a:rPr sz="1500" spc="-40" dirty="0">
                <a:solidFill>
                  <a:srgbClr val="93A2B8"/>
                </a:solidFill>
                <a:latin typeface="Tahoma"/>
                <a:cs typeface="Tahoma"/>
              </a:rPr>
              <a:t> </a:t>
            </a:r>
            <a:r>
              <a:rPr sz="1500" dirty="0">
                <a:solidFill>
                  <a:srgbClr val="93A2B8"/>
                </a:solidFill>
                <a:latin typeface="Tahoma"/>
                <a:cs typeface="Tahoma"/>
              </a:rPr>
              <a:t>&amp;</a:t>
            </a:r>
            <a:r>
              <a:rPr sz="1500" spc="-75" dirty="0">
                <a:solidFill>
                  <a:srgbClr val="93A2B8"/>
                </a:solidFill>
                <a:latin typeface="Tahoma"/>
                <a:cs typeface="Tahoma"/>
              </a:rPr>
              <a:t> </a:t>
            </a:r>
            <a:r>
              <a:rPr sz="1500" spc="45" dirty="0">
                <a:solidFill>
                  <a:srgbClr val="93A2B8"/>
                </a:solidFill>
                <a:latin typeface="Tahoma"/>
                <a:cs typeface="Tahoma"/>
              </a:rPr>
              <a:t>Visual</a:t>
            </a:r>
            <a:endParaRPr sz="1500">
              <a:latin typeface="Tahoma"/>
              <a:cs typeface="Tahoma"/>
            </a:endParaRPr>
          </a:p>
          <a:p>
            <a:pPr marL="12065" marR="5080" algn="ctr">
              <a:lnSpc>
                <a:spcPts val="2880"/>
              </a:lnSpc>
              <a:spcBef>
                <a:spcPts val="100"/>
              </a:spcBef>
            </a:pPr>
            <a:r>
              <a:rPr sz="1500" spc="80" dirty="0">
                <a:solidFill>
                  <a:srgbClr val="93A2B8"/>
                </a:solidFill>
                <a:latin typeface="Tahoma"/>
                <a:cs typeface="Tahoma"/>
              </a:rPr>
              <a:t>Commands</a:t>
            </a:r>
            <a:r>
              <a:rPr sz="1500" spc="15" dirty="0">
                <a:solidFill>
                  <a:srgbClr val="93A2B8"/>
                </a:solidFill>
                <a:latin typeface="Tahoma"/>
                <a:cs typeface="Tahoma"/>
              </a:rPr>
              <a:t> </a:t>
            </a:r>
            <a:r>
              <a:rPr sz="1500" dirty="0">
                <a:solidFill>
                  <a:srgbClr val="93A2B8"/>
                </a:solidFill>
                <a:latin typeface="Tahoma"/>
                <a:cs typeface="Tahoma"/>
              </a:rPr>
              <a:t>via</a:t>
            </a:r>
            <a:r>
              <a:rPr sz="1500" spc="10" dirty="0">
                <a:solidFill>
                  <a:srgbClr val="93A2B8"/>
                </a:solidFill>
                <a:latin typeface="Tahoma"/>
                <a:cs typeface="Tahoma"/>
              </a:rPr>
              <a:t> </a:t>
            </a:r>
            <a:r>
              <a:rPr sz="1500" spc="120" dirty="0">
                <a:solidFill>
                  <a:srgbClr val="93A2B8"/>
                </a:solidFill>
                <a:latin typeface="Tahoma"/>
                <a:cs typeface="Tahoma"/>
              </a:rPr>
              <a:t>Mic</a:t>
            </a:r>
            <a:r>
              <a:rPr sz="1500" spc="15" dirty="0">
                <a:solidFill>
                  <a:srgbClr val="93A2B8"/>
                </a:solidFill>
                <a:latin typeface="Tahoma"/>
                <a:cs typeface="Tahoma"/>
              </a:rPr>
              <a:t> </a:t>
            </a:r>
            <a:r>
              <a:rPr sz="1500" spc="-50" dirty="0">
                <a:solidFill>
                  <a:srgbClr val="93A2B8"/>
                </a:solidFill>
                <a:latin typeface="Tahoma"/>
                <a:cs typeface="Tahoma"/>
              </a:rPr>
              <a:t>&amp; </a:t>
            </a:r>
            <a:r>
              <a:rPr sz="1500" spc="80" dirty="0">
                <a:solidFill>
                  <a:srgbClr val="93A2B8"/>
                </a:solidFill>
                <a:latin typeface="Tahoma"/>
                <a:cs typeface="Tahoma"/>
              </a:rPr>
              <a:t>Webcam</a:t>
            </a:r>
            <a:endParaRPr sz="1500">
              <a:latin typeface="Tahoma"/>
              <a:cs typeface="Tahoma"/>
            </a:endParaRPr>
          </a:p>
        </p:txBody>
      </p:sp>
      <p:sp>
        <p:nvSpPr>
          <p:cNvPr id="8" name="object 8"/>
          <p:cNvSpPr txBox="1"/>
          <p:nvPr/>
        </p:nvSpPr>
        <p:spPr>
          <a:xfrm>
            <a:off x="4212082" y="3305047"/>
            <a:ext cx="932815" cy="345440"/>
          </a:xfrm>
          <a:prstGeom prst="rect">
            <a:avLst/>
          </a:prstGeom>
        </p:spPr>
        <p:txBody>
          <a:bodyPr vert="horz" wrap="square" lIns="0" tIns="12700" rIns="0" bIns="0" rtlCol="0">
            <a:spAutoFit/>
          </a:bodyPr>
          <a:lstStyle/>
          <a:p>
            <a:pPr marL="12700">
              <a:lnSpc>
                <a:spcPct val="100000"/>
              </a:lnSpc>
              <a:spcBef>
                <a:spcPts val="100"/>
              </a:spcBef>
            </a:pPr>
            <a:r>
              <a:rPr sz="2100" b="1" spc="-295" dirty="0">
                <a:solidFill>
                  <a:srgbClr val="E1E8EF"/>
                </a:solidFill>
                <a:latin typeface="Tahoma"/>
                <a:cs typeface="Tahoma"/>
              </a:rPr>
              <a:t>AI</a:t>
            </a:r>
            <a:r>
              <a:rPr sz="2100" b="1" spc="-85" dirty="0">
                <a:solidFill>
                  <a:srgbClr val="E1E8EF"/>
                </a:solidFill>
                <a:latin typeface="Tahoma"/>
                <a:cs typeface="Tahoma"/>
              </a:rPr>
              <a:t> </a:t>
            </a:r>
            <a:r>
              <a:rPr sz="2100" b="1" spc="-20" dirty="0">
                <a:solidFill>
                  <a:srgbClr val="E1E8EF"/>
                </a:solidFill>
                <a:latin typeface="Tahoma"/>
                <a:cs typeface="Tahoma"/>
              </a:rPr>
              <a:t>Host</a:t>
            </a:r>
            <a:endParaRPr sz="2100">
              <a:latin typeface="Tahoma"/>
              <a:cs typeface="Tahoma"/>
            </a:endParaRPr>
          </a:p>
        </p:txBody>
      </p:sp>
      <p:sp>
        <p:nvSpPr>
          <p:cNvPr id="9" name="object 9"/>
          <p:cNvSpPr txBox="1"/>
          <p:nvPr/>
        </p:nvSpPr>
        <p:spPr>
          <a:xfrm>
            <a:off x="3782059" y="4082033"/>
            <a:ext cx="1793239" cy="619760"/>
          </a:xfrm>
          <a:prstGeom prst="rect">
            <a:avLst/>
          </a:prstGeom>
        </p:spPr>
        <p:txBody>
          <a:bodyPr vert="horz" wrap="square" lIns="0" tIns="12700" rIns="0" bIns="0" rtlCol="0">
            <a:spAutoFit/>
          </a:bodyPr>
          <a:lstStyle/>
          <a:p>
            <a:pPr marL="1905" algn="ctr">
              <a:lnSpc>
                <a:spcPct val="100000"/>
              </a:lnSpc>
              <a:spcBef>
                <a:spcPts val="100"/>
              </a:spcBef>
            </a:pPr>
            <a:r>
              <a:rPr sz="1500" spc="60" dirty="0">
                <a:solidFill>
                  <a:srgbClr val="93A2B8"/>
                </a:solidFill>
                <a:latin typeface="Tahoma"/>
                <a:cs typeface="Tahoma"/>
              </a:rPr>
              <a:t>Raspberry</a:t>
            </a:r>
            <a:r>
              <a:rPr sz="1500" spc="-60" dirty="0">
                <a:solidFill>
                  <a:srgbClr val="93A2B8"/>
                </a:solidFill>
                <a:latin typeface="Tahoma"/>
                <a:cs typeface="Tahoma"/>
              </a:rPr>
              <a:t> </a:t>
            </a:r>
            <a:r>
              <a:rPr sz="1500" spc="70" dirty="0">
                <a:solidFill>
                  <a:srgbClr val="93A2B8"/>
                </a:solidFill>
                <a:latin typeface="Tahoma"/>
                <a:cs typeface="Tahoma"/>
              </a:rPr>
              <a:t>Pi</a:t>
            </a:r>
            <a:r>
              <a:rPr sz="1500" spc="-35" dirty="0">
                <a:solidFill>
                  <a:srgbClr val="93A2B8"/>
                </a:solidFill>
                <a:latin typeface="Tahoma"/>
                <a:cs typeface="Tahoma"/>
              </a:rPr>
              <a:t> </a:t>
            </a:r>
            <a:r>
              <a:rPr sz="1500" spc="5" dirty="0">
                <a:solidFill>
                  <a:srgbClr val="93A2B8"/>
                </a:solidFill>
                <a:latin typeface="Tahoma"/>
                <a:cs typeface="Tahoma"/>
              </a:rPr>
              <a:t>5</a:t>
            </a:r>
            <a:endParaRPr sz="1500">
              <a:latin typeface="Tahoma"/>
              <a:cs typeface="Tahoma"/>
            </a:endParaRPr>
          </a:p>
          <a:p>
            <a:pPr algn="ctr">
              <a:lnSpc>
                <a:spcPct val="100000"/>
              </a:lnSpc>
              <a:spcBef>
                <a:spcPts val="1080"/>
              </a:spcBef>
            </a:pPr>
            <a:r>
              <a:rPr sz="1500" dirty="0">
                <a:solidFill>
                  <a:srgbClr val="93A2B8"/>
                </a:solidFill>
                <a:latin typeface="Tahoma"/>
                <a:cs typeface="Tahoma"/>
              </a:rPr>
              <a:t>running</a:t>
            </a:r>
            <a:r>
              <a:rPr sz="1500" spc="95" dirty="0">
                <a:solidFill>
                  <a:srgbClr val="93A2B8"/>
                </a:solidFill>
                <a:latin typeface="Tahoma"/>
                <a:cs typeface="Tahoma"/>
              </a:rPr>
              <a:t> </a:t>
            </a:r>
            <a:r>
              <a:rPr sz="1500" spc="80" dirty="0">
                <a:solidFill>
                  <a:srgbClr val="93A2B8"/>
                </a:solidFill>
                <a:latin typeface="Tahoma"/>
                <a:cs typeface="Tahoma"/>
              </a:rPr>
              <a:t>Local</a:t>
            </a:r>
            <a:r>
              <a:rPr sz="1500" spc="114" dirty="0">
                <a:solidFill>
                  <a:srgbClr val="93A2B8"/>
                </a:solidFill>
                <a:latin typeface="Tahoma"/>
                <a:cs typeface="Tahoma"/>
              </a:rPr>
              <a:t> </a:t>
            </a:r>
            <a:r>
              <a:rPr sz="1500" spc="105" dirty="0">
                <a:solidFill>
                  <a:srgbClr val="93A2B8"/>
                </a:solidFill>
                <a:latin typeface="Tahoma"/>
                <a:cs typeface="Tahoma"/>
              </a:rPr>
              <a:t>LLMs</a:t>
            </a:r>
            <a:endParaRPr sz="1500">
              <a:latin typeface="Tahoma"/>
              <a:cs typeface="Tahoma"/>
            </a:endParaRPr>
          </a:p>
        </p:txBody>
      </p:sp>
      <p:sp>
        <p:nvSpPr>
          <p:cNvPr id="10" name="object 10"/>
          <p:cNvSpPr txBox="1"/>
          <p:nvPr/>
        </p:nvSpPr>
        <p:spPr>
          <a:xfrm>
            <a:off x="6855079" y="3305047"/>
            <a:ext cx="1317625" cy="345440"/>
          </a:xfrm>
          <a:prstGeom prst="rect">
            <a:avLst/>
          </a:prstGeom>
        </p:spPr>
        <p:txBody>
          <a:bodyPr vert="horz" wrap="square" lIns="0" tIns="12700" rIns="0" bIns="0" rtlCol="0">
            <a:spAutoFit/>
          </a:bodyPr>
          <a:lstStyle/>
          <a:p>
            <a:pPr marL="12700">
              <a:lnSpc>
                <a:spcPct val="100000"/>
              </a:lnSpc>
              <a:spcBef>
                <a:spcPts val="100"/>
              </a:spcBef>
            </a:pPr>
            <a:r>
              <a:rPr sz="2100" b="1" spc="-35" dirty="0">
                <a:solidFill>
                  <a:srgbClr val="E1E8EF"/>
                </a:solidFill>
                <a:latin typeface="Tahoma"/>
                <a:cs typeface="Tahoma"/>
              </a:rPr>
              <a:t>Controller</a:t>
            </a:r>
            <a:endParaRPr sz="2100">
              <a:latin typeface="Tahoma"/>
              <a:cs typeface="Tahoma"/>
            </a:endParaRPr>
          </a:p>
        </p:txBody>
      </p:sp>
      <p:sp>
        <p:nvSpPr>
          <p:cNvPr id="11" name="object 11"/>
          <p:cNvSpPr txBox="1"/>
          <p:nvPr/>
        </p:nvSpPr>
        <p:spPr>
          <a:xfrm>
            <a:off x="6661784" y="4082033"/>
            <a:ext cx="1703070" cy="986155"/>
          </a:xfrm>
          <a:prstGeom prst="rect">
            <a:avLst/>
          </a:prstGeom>
        </p:spPr>
        <p:txBody>
          <a:bodyPr vert="horz" wrap="square" lIns="0" tIns="12700" rIns="0" bIns="0" rtlCol="0">
            <a:spAutoFit/>
          </a:bodyPr>
          <a:lstStyle/>
          <a:p>
            <a:pPr marL="635" algn="ctr">
              <a:lnSpc>
                <a:spcPct val="100000"/>
              </a:lnSpc>
              <a:spcBef>
                <a:spcPts val="100"/>
              </a:spcBef>
            </a:pPr>
            <a:r>
              <a:rPr sz="1500" spc="65" dirty="0">
                <a:solidFill>
                  <a:srgbClr val="93A2B8"/>
                </a:solidFill>
                <a:latin typeface="Tahoma"/>
                <a:cs typeface="Tahoma"/>
              </a:rPr>
              <a:t>Arduino</a:t>
            </a:r>
            <a:r>
              <a:rPr sz="1500" spc="-50" dirty="0">
                <a:solidFill>
                  <a:srgbClr val="93A2B8"/>
                </a:solidFill>
                <a:latin typeface="Tahoma"/>
                <a:cs typeface="Tahoma"/>
              </a:rPr>
              <a:t> </a:t>
            </a:r>
            <a:r>
              <a:rPr sz="1500" spc="85" dirty="0">
                <a:solidFill>
                  <a:srgbClr val="93A2B8"/>
                </a:solidFill>
                <a:latin typeface="Tahoma"/>
                <a:cs typeface="Tahoma"/>
              </a:rPr>
              <a:t>Mega</a:t>
            </a:r>
            <a:endParaRPr sz="1500">
              <a:latin typeface="Tahoma"/>
              <a:cs typeface="Tahoma"/>
            </a:endParaRPr>
          </a:p>
          <a:p>
            <a:pPr marL="12700" marR="5080" algn="ctr">
              <a:lnSpc>
                <a:spcPts val="2880"/>
              </a:lnSpc>
              <a:spcBef>
                <a:spcPts val="100"/>
              </a:spcBef>
            </a:pPr>
            <a:r>
              <a:rPr sz="1500" spc="45" dirty="0">
                <a:solidFill>
                  <a:srgbClr val="93A2B8"/>
                </a:solidFill>
                <a:latin typeface="Tahoma"/>
                <a:cs typeface="Tahoma"/>
              </a:rPr>
              <a:t>handling</a:t>
            </a:r>
            <a:r>
              <a:rPr sz="1500" spc="-30" dirty="0">
                <a:solidFill>
                  <a:srgbClr val="93A2B8"/>
                </a:solidFill>
                <a:latin typeface="Tahoma"/>
                <a:cs typeface="Tahoma"/>
              </a:rPr>
              <a:t> </a:t>
            </a:r>
            <a:r>
              <a:rPr sz="1500" spc="50" dirty="0">
                <a:solidFill>
                  <a:srgbClr val="93A2B8"/>
                </a:solidFill>
                <a:latin typeface="Tahoma"/>
                <a:cs typeface="Tahoma"/>
              </a:rPr>
              <a:t>hardware </a:t>
            </a:r>
            <a:r>
              <a:rPr sz="1500" spc="60" dirty="0">
                <a:solidFill>
                  <a:srgbClr val="93A2B8"/>
                </a:solidFill>
                <a:latin typeface="Tahoma"/>
                <a:cs typeface="Tahoma"/>
              </a:rPr>
              <a:t>logic</a:t>
            </a:r>
            <a:endParaRPr sz="1500">
              <a:latin typeface="Tahoma"/>
              <a:cs typeface="Tahoma"/>
            </a:endParaRPr>
          </a:p>
        </p:txBody>
      </p:sp>
      <p:sp>
        <p:nvSpPr>
          <p:cNvPr id="12" name="object 12"/>
          <p:cNvSpPr txBox="1"/>
          <p:nvPr/>
        </p:nvSpPr>
        <p:spPr>
          <a:xfrm>
            <a:off x="9690607" y="3305047"/>
            <a:ext cx="1312545" cy="345440"/>
          </a:xfrm>
          <a:prstGeom prst="rect">
            <a:avLst/>
          </a:prstGeom>
        </p:spPr>
        <p:txBody>
          <a:bodyPr vert="horz" wrap="square" lIns="0" tIns="12700" rIns="0" bIns="0" rtlCol="0">
            <a:spAutoFit/>
          </a:bodyPr>
          <a:lstStyle/>
          <a:p>
            <a:pPr marL="12700">
              <a:lnSpc>
                <a:spcPct val="100000"/>
              </a:lnSpc>
              <a:spcBef>
                <a:spcPts val="100"/>
              </a:spcBef>
            </a:pPr>
            <a:r>
              <a:rPr sz="2100" b="1" spc="-10" dirty="0">
                <a:solidFill>
                  <a:srgbClr val="E1E8EF"/>
                </a:solidFill>
                <a:latin typeface="Tahoma"/>
                <a:cs typeface="Tahoma"/>
              </a:rPr>
              <a:t>Actuation</a:t>
            </a:r>
            <a:endParaRPr sz="2100">
              <a:latin typeface="Tahoma"/>
              <a:cs typeface="Tahoma"/>
            </a:endParaRPr>
          </a:p>
        </p:txBody>
      </p:sp>
      <p:sp>
        <p:nvSpPr>
          <p:cNvPr id="13" name="object 13"/>
          <p:cNvSpPr txBox="1"/>
          <p:nvPr/>
        </p:nvSpPr>
        <p:spPr>
          <a:xfrm>
            <a:off x="9658857" y="4082033"/>
            <a:ext cx="1377315" cy="986155"/>
          </a:xfrm>
          <a:prstGeom prst="rect">
            <a:avLst/>
          </a:prstGeom>
        </p:spPr>
        <p:txBody>
          <a:bodyPr vert="horz" wrap="square" lIns="0" tIns="12700" rIns="0" bIns="0" rtlCol="0">
            <a:spAutoFit/>
          </a:bodyPr>
          <a:lstStyle/>
          <a:p>
            <a:pPr marL="88900">
              <a:lnSpc>
                <a:spcPct val="100000"/>
              </a:lnSpc>
              <a:spcBef>
                <a:spcPts val="100"/>
              </a:spcBef>
            </a:pPr>
            <a:r>
              <a:rPr sz="1500" spc="100" dirty="0">
                <a:solidFill>
                  <a:srgbClr val="93A2B8"/>
                </a:solidFill>
                <a:latin typeface="Tahoma"/>
                <a:cs typeface="Tahoma"/>
              </a:rPr>
              <a:t>L298N</a:t>
            </a:r>
            <a:r>
              <a:rPr sz="1500" spc="-60" dirty="0">
                <a:solidFill>
                  <a:srgbClr val="93A2B8"/>
                </a:solidFill>
                <a:latin typeface="Tahoma"/>
                <a:cs typeface="Tahoma"/>
              </a:rPr>
              <a:t> </a:t>
            </a:r>
            <a:r>
              <a:rPr sz="1500" spc="-10" dirty="0">
                <a:solidFill>
                  <a:srgbClr val="93A2B8"/>
                </a:solidFill>
                <a:latin typeface="Tahoma"/>
                <a:cs typeface="Tahoma"/>
              </a:rPr>
              <a:t>Driver</a:t>
            </a:r>
            <a:endParaRPr sz="1500">
              <a:latin typeface="Tahoma"/>
              <a:cs typeface="Tahoma"/>
            </a:endParaRPr>
          </a:p>
          <a:p>
            <a:pPr marL="370840" marR="5080" indent="-358140">
              <a:lnSpc>
                <a:spcPts val="2880"/>
              </a:lnSpc>
              <a:spcBef>
                <a:spcPts val="100"/>
              </a:spcBef>
            </a:pPr>
            <a:r>
              <a:rPr sz="1500" spc="60" dirty="0">
                <a:solidFill>
                  <a:srgbClr val="93A2B8"/>
                </a:solidFill>
                <a:latin typeface="Tahoma"/>
                <a:cs typeface="Tahoma"/>
              </a:rPr>
              <a:t>powering</a:t>
            </a:r>
            <a:r>
              <a:rPr sz="1500" spc="-30" dirty="0">
                <a:solidFill>
                  <a:srgbClr val="93A2B8"/>
                </a:solidFill>
                <a:latin typeface="Tahoma"/>
                <a:cs typeface="Tahoma"/>
              </a:rPr>
              <a:t> </a:t>
            </a:r>
            <a:r>
              <a:rPr sz="1500" spc="140" dirty="0">
                <a:solidFill>
                  <a:srgbClr val="93A2B8"/>
                </a:solidFill>
                <a:latin typeface="Tahoma"/>
                <a:cs typeface="Tahoma"/>
              </a:rPr>
              <a:t>4</a:t>
            </a:r>
            <a:r>
              <a:rPr sz="1500" spc="-30" dirty="0">
                <a:solidFill>
                  <a:srgbClr val="93A2B8"/>
                </a:solidFill>
                <a:latin typeface="Tahoma"/>
                <a:cs typeface="Tahoma"/>
              </a:rPr>
              <a:t> </a:t>
            </a:r>
            <a:r>
              <a:rPr sz="1500" spc="90" dirty="0">
                <a:solidFill>
                  <a:srgbClr val="93A2B8"/>
                </a:solidFill>
                <a:latin typeface="Tahoma"/>
                <a:cs typeface="Tahoma"/>
              </a:rPr>
              <a:t>DC </a:t>
            </a:r>
            <a:r>
              <a:rPr sz="1500" spc="70" dirty="0">
                <a:solidFill>
                  <a:srgbClr val="93A2B8"/>
                </a:solidFill>
                <a:latin typeface="Tahoma"/>
                <a:cs typeface="Tahoma"/>
              </a:rPr>
              <a:t>Motors</a:t>
            </a:r>
            <a:endParaRPr sz="1500">
              <a:latin typeface="Tahoma"/>
              <a:cs typeface="Tahoma"/>
            </a:endParaRPr>
          </a:p>
        </p:txBody>
      </p:sp>
      <p:pic>
        <p:nvPicPr>
          <p:cNvPr id="14" name="object 14"/>
          <p:cNvPicPr/>
          <p:nvPr/>
        </p:nvPicPr>
        <p:blipFill>
          <a:blip r:embed="rId6" cstate="print"/>
          <a:stretch>
            <a:fillRect/>
          </a:stretch>
        </p:blipFill>
        <p:spPr>
          <a:xfrm>
            <a:off x="1678813" y="2714625"/>
            <a:ext cx="333375" cy="381000"/>
          </a:xfrm>
          <a:prstGeom prst="rect">
            <a:avLst/>
          </a:prstGeom>
        </p:spPr>
      </p:pic>
      <p:pic>
        <p:nvPicPr>
          <p:cNvPr id="15" name="object 15"/>
          <p:cNvPicPr/>
          <p:nvPr/>
        </p:nvPicPr>
        <p:blipFill>
          <a:blip r:embed="rId7" cstate="print"/>
          <a:stretch>
            <a:fillRect/>
          </a:stretch>
        </p:blipFill>
        <p:spPr>
          <a:xfrm>
            <a:off x="4526788" y="2714625"/>
            <a:ext cx="304800" cy="381000"/>
          </a:xfrm>
          <a:prstGeom prst="rect">
            <a:avLst/>
          </a:prstGeom>
        </p:spPr>
      </p:pic>
      <p:pic>
        <p:nvPicPr>
          <p:cNvPr id="16" name="object 16"/>
          <p:cNvPicPr/>
          <p:nvPr/>
        </p:nvPicPr>
        <p:blipFill>
          <a:blip r:embed="rId8" cstate="print"/>
          <a:stretch>
            <a:fillRect/>
          </a:stretch>
        </p:blipFill>
        <p:spPr>
          <a:xfrm>
            <a:off x="7322311" y="2714625"/>
            <a:ext cx="381000" cy="381000"/>
          </a:xfrm>
          <a:prstGeom prst="rect">
            <a:avLst/>
          </a:prstGeom>
        </p:spPr>
      </p:pic>
      <p:pic>
        <p:nvPicPr>
          <p:cNvPr id="17" name="object 17"/>
          <p:cNvPicPr/>
          <p:nvPr/>
        </p:nvPicPr>
        <p:blipFill>
          <a:blip r:embed="rId9" cstate="print"/>
          <a:stretch>
            <a:fillRect/>
          </a:stretch>
        </p:blipFill>
        <p:spPr>
          <a:xfrm>
            <a:off x="10108438" y="2714625"/>
            <a:ext cx="476250" cy="381000"/>
          </a:xfrm>
          <a:prstGeom prst="rect">
            <a:avLst/>
          </a:prstGeom>
        </p:spPr>
      </p:pic>
      <p:sp>
        <p:nvSpPr>
          <p:cNvPr id="18" name="object 18"/>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35" dirty="0"/>
              <a:t>System</a:t>
            </a:r>
            <a:r>
              <a:rPr spc="-175" dirty="0"/>
              <a:t> </a:t>
            </a:r>
            <a:r>
              <a:rPr spc="-10" dirty="0"/>
              <a:t>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219316" y="618693"/>
            <a:ext cx="5516245" cy="5516245"/>
            <a:chOff x="6219316" y="618693"/>
            <a:chExt cx="5516245" cy="5516245"/>
          </a:xfrm>
        </p:grpSpPr>
        <p:pic>
          <p:nvPicPr>
            <p:cNvPr id="3" name="object 3"/>
            <p:cNvPicPr/>
            <p:nvPr/>
          </p:nvPicPr>
          <p:blipFill>
            <a:blip r:embed="rId2" cstate="print"/>
            <a:stretch>
              <a:fillRect/>
            </a:stretch>
          </p:blipFill>
          <p:spPr>
            <a:xfrm>
              <a:off x="6334124" y="1966912"/>
              <a:ext cx="5286375" cy="3810000"/>
            </a:xfrm>
            <a:prstGeom prst="rect">
              <a:avLst/>
            </a:prstGeom>
          </p:spPr>
        </p:pic>
        <p:pic>
          <p:nvPicPr>
            <p:cNvPr id="4" name="object 4"/>
            <p:cNvPicPr/>
            <p:nvPr/>
          </p:nvPicPr>
          <p:blipFill>
            <a:blip r:embed="rId3" cstate="print"/>
            <a:stretch>
              <a:fillRect/>
            </a:stretch>
          </p:blipFill>
          <p:spPr>
            <a:xfrm>
              <a:off x="6219316" y="618693"/>
              <a:ext cx="5515864" cy="5515864"/>
            </a:xfrm>
            <a:prstGeom prst="rect">
              <a:avLst/>
            </a:prstGeom>
          </p:spPr>
        </p:pic>
      </p:grpSp>
      <p:sp>
        <p:nvSpPr>
          <p:cNvPr id="5" name="object 5"/>
          <p:cNvSpPr txBox="1"/>
          <p:nvPr/>
        </p:nvSpPr>
        <p:spPr>
          <a:xfrm>
            <a:off x="619353" y="2743580"/>
            <a:ext cx="3858260" cy="2254885"/>
          </a:xfrm>
          <a:prstGeom prst="rect">
            <a:avLst/>
          </a:prstGeom>
        </p:spPr>
        <p:txBody>
          <a:bodyPr vert="horz" wrap="square" lIns="0" tIns="12700" rIns="0" bIns="0" rtlCol="0">
            <a:spAutoFit/>
          </a:bodyPr>
          <a:lstStyle/>
          <a:p>
            <a:pPr marL="248920" indent="-210820">
              <a:lnSpc>
                <a:spcPct val="100000"/>
              </a:lnSpc>
              <a:spcBef>
                <a:spcPts val="100"/>
              </a:spcBef>
              <a:buClr>
                <a:srgbClr val="93A2B8"/>
              </a:buClr>
              <a:buFont typeface="Tahoma"/>
              <a:buChar char="•"/>
              <a:tabLst>
                <a:tab pos="248920" algn="l"/>
              </a:tabLst>
            </a:pPr>
            <a:r>
              <a:rPr sz="1500" b="1" spc="-35" dirty="0">
                <a:solidFill>
                  <a:srgbClr val="93A2B8"/>
                </a:solidFill>
                <a:latin typeface="Tahoma"/>
                <a:cs typeface="Tahoma"/>
              </a:rPr>
              <a:t>Brain:</a:t>
            </a:r>
            <a:r>
              <a:rPr sz="1500" b="1" spc="-10" dirty="0">
                <a:solidFill>
                  <a:srgbClr val="93A2B8"/>
                </a:solidFill>
                <a:latin typeface="Tahoma"/>
                <a:cs typeface="Tahoma"/>
              </a:rPr>
              <a:t> </a:t>
            </a:r>
            <a:r>
              <a:rPr sz="1500" spc="60" dirty="0">
                <a:solidFill>
                  <a:srgbClr val="93A2B8"/>
                </a:solidFill>
                <a:latin typeface="Tahoma"/>
                <a:cs typeface="Tahoma"/>
              </a:rPr>
              <a:t>Raspberry</a:t>
            </a:r>
            <a:r>
              <a:rPr sz="1500" spc="-90" dirty="0">
                <a:solidFill>
                  <a:srgbClr val="93A2B8"/>
                </a:solidFill>
                <a:latin typeface="Tahoma"/>
                <a:cs typeface="Tahoma"/>
              </a:rPr>
              <a:t> </a:t>
            </a:r>
            <a:r>
              <a:rPr sz="1500" spc="70" dirty="0">
                <a:solidFill>
                  <a:srgbClr val="93A2B8"/>
                </a:solidFill>
                <a:latin typeface="Tahoma"/>
                <a:cs typeface="Tahoma"/>
              </a:rPr>
              <a:t>Pi</a:t>
            </a:r>
            <a:r>
              <a:rPr sz="1500" spc="-35" dirty="0">
                <a:solidFill>
                  <a:srgbClr val="93A2B8"/>
                </a:solidFill>
                <a:latin typeface="Tahoma"/>
                <a:cs typeface="Tahoma"/>
              </a:rPr>
              <a:t> </a:t>
            </a:r>
            <a:r>
              <a:rPr sz="1500" spc="55" dirty="0">
                <a:solidFill>
                  <a:srgbClr val="93A2B8"/>
                </a:solidFill>
                <a:latin typeface="Tahoma"/>
                <a:cs typeface="Tahoma"/>
              </a:rPr>
              <a:t>5</a:t>
            </a:r>
            <a:r>
              <a:rPr sz="1500" spc="-45" dirty="0">
                <a:solidFill>
                  <a:srgbClr val="93A2B8"/>
                </a:solidFill>
                <a:latin typeface="Tahoma"/>
                <a:cs typeface="Tahoma"/>
              </a:rPr>
              <a:t> </a:t>
            </a:r>
            <a:r>
              <a:rPr sz="1500" spc="60" dirty="0">
                <a:solidFill>
                  <a:srgbClr val="93A2B8"/>
                </a:solidFill>
                <a:latin typeface="Tahoma"/>
                <a:cs typeface="Tahoma"/>
              </a:rPr>
              <a:t>(8GB</a:t>
            </a:r>
            <a:r>
              <a:rPr sz="1500" spc="-35" dirty="0">
                <a:solidFill>
                  <a:srgbClr val="93A2B8"/>
                </a:solidFill>
                <a:latin typeface="Tahoma"/>
                <a:cs typeface="Tahoma"/>
              </a:rPr>
              <a:t> </a:t>
            </a:r>
            <a:r>
              <a:rPr sz="1500" spc="75" dirty="0">
                <a:solidFill>
                  <a:srgbClr val="93A2B8"/>
                </a:solidFill>
                <a:latin typeface="Tahoma"/>
                <a:cs typeface="Tahoma"/>
              </a:rPr>
              <a:t>RAM)</a:t>
            </a:r>
            <a:r>
              <a:rPr sz="1500" spc="-50" dirty="0">
                <a:solidFill>
                  <a:srgbClr val="93A2B8"/>
                </a:solidFill>
                <a:latin typeface="Tahoma"/>
                <a:cs typeface="Tahoma"/>
              </a:rPr>
              <a:t> </a:t>
            </a:r>
            <a:r>
              <a:rPr sz="1500" spc="55" dirty="0">
                <a:solidFill>
                  <a:srgbClr val="93A2B8"/>
                </a:solidFill>
                <a:latin typeface="Tahoma"/>
                <a:cs typeface="Tahoma"/>
              </a:rPr>
              <a:t>for</a:t>
            </a:r>
            <a:r>
              <a:rPr sz="1500" spc="-40" dirty="0">
                <a:solidFill>
                  <a:srgbClr val="93A2B8"/>
                </a:solidFill>
                <a:latin typeface="Tahoma"/>
                <a:cs typeface="Tahoma"/>
              </a:rPr>
              <a:t> </a:t>
            </a:r>
            <a:r>
              <a:rPr sz="1500" spc="-25" dirty="0">
                <a:solidFill>
                  <a:srgbClr val="93A2B8"/>
                </a:solidFill>
                <a:latin typeface="Tahoma"/>
                <a:cs typeface="Tahoma"/>
              </a:rPr>
              <a:t>AI.</a:t>
            </a:r>
            <a:endParaRPr sz="1500">
              <a:latin typeface="Tahoma"/>
              <a:cs typeface="Tahoma"/>
            </a:endParaRPr>
          </a:p>
          <a:p>
            <a:pPr marL="248285" indent="-210185">
              <a:lnSpc>
                <a:spcPct val="100000"/>
              </a:lnSpc>
              <a:spcBef>
                <a:spcPts val="1345"/>
              </a:spcBef>
              <a:buFont typeface="Tahoma"/>
              <a:buChar char="•"/>
              <a:tabLst>
                <a:tab pos="248285" algn="l"/>
              </a:tabLst>
            </a:pPr>
            <a:r>
              <a:rPr sz="1500" b="1" spc="-20" dirty="0">
                <a:solidFill>
                  <a:srgbClr val="93A2B8"/>
                </a:solidFill>
                <a:latin typeface="Tahoma"/>
                <a:cs typeface="Tahoma"/>
              </a:rPr>
              <a:t>Controller:</a:t>
            </a:r>
            <a:r>
              <a:rPr sz="1500" b="1" spc="-5" dirty="0">
                <a:solidFill>
                  <a:srgbClr val="93A2B8"/>
                </a:solidFill>
                <a:latin typeface="Tahoma"/>
                <a:cs typeface="Tahoma"/>
              </a:rPr>
              <a:t> </a:t>
            </a:r>
            <a:r>
              <a:rPr sz="1500" spc="65" dirty="0">
                <a:solidFill>
                  <a:srgbClr val="93A2B8"/>
                </a:solidFill>
                <a:latin typeface="Tahoma"/>
                <a:cs typeface="Tahoma"/>
              </a:rPr>
              <a:t>Arduino</a:t>
            </a:r>
            <a:r>
              <a:rPr sz="1500" spc="-65" dirty="0">
                <a:solidFill>
                  <a:srgbClr val="93A2B8"/>
                </a:solidFill>
                <a:latin typeface="Tahoma"/>
                <a:cs typeface="Tahoma"/>
              </a:rPr>
              <a:t> </a:t>
            </a:r>
            <a:r>
              <a:rPr sz="1500" spc="105" dirty="0">
                <a:solidFill>
                  <a:srgbClr val="93A2B8"/>
                </a:solidFill>
                <a:latin typeface="Tahoma"/>
                <a:cs typeface="Tahoma"/>
              </a:rPr>
              <a:t>Mega</a:t>
            </a:r>
            <a:r>
              <a:rPr sz="1500" spc="-80" dirty="0">
                <a:solidFill>
                  <a:srgbClr val="93A2B8"/>
                </a:solidFill>
                <a:latin typeface="Tahoma"/>
                <a:cs typeface="Tahoma"/>
              </a:rPr>
              <a:t> </a:t>
            </a:r>
            <a:r>
              <a:rPr sz="1500" spc="55" dirty="0">
                <a:solidFill>
                  <a:srgbClr val="93A2B8"/>
                </a:solidFill>
                <a:latin typeface="Tahoma"/>
                <a:cs typeface="Tahoma"/>
              </a:rPr>
              <a:t>2560.</a:t>
            </a:r>
            <a:endParaRPr sz="1500">
              <a:latin typeface="Tahoma"/>
              <a:cs typeface="Tahoma"/>
            </a:endParaRPr>
          </a:p>
          <a:p>
            <a:pPr marL="248285" indent="-210185">
              <a:lnSpc>
                <a:spcPct val="100000"/>
              </a:lnSpc>
              <a:spcBef>
                <a:spcPts val="1355"/>
              </a:spcBef>
              <a:buFont typeface="Tahoma"/>
              <a:buChar char="•"/>
              <a:tabLst>
                <a:tab pos="248285" algn="l"/>
              </a:tabLst>
            </a:pPr>
            <a:r>
              <a:rPr sz="1500" b="1" dirty="0">
                <a:solidFill>
                  <a:srgbClr val="93A2B8"/>
                </a:solidFill>
                <a:latin typeface="Tahoma"/>
                <a:cs typeface="Tahoma"/>
              </a:rPr>
              <a:t>Vision:</a:t>
            </a:r>
            <a:r>
              <a:rPr sz="1500" b="1" spc="15" dirty="0">
                <a:solidFill>
                  <a:srgbClr val="93A2B8"/>
                </a:solidFill>
                <a:latin typeface="Tahoma"/>
                <a:cs typeface="Tahoma"/>
              </a:rPr>
              <a:t> </a:t>
            </a:r>
            <a:r>
              <a:rPr sz="1500" spc="80" dirty="0">
                <a:solidFill>
                  <a:srgbClr val="93A2B8"/>
                </a:solidFill>
                <a:latin typeface="Tahoma"/>
                <a:cs typeface="Tahoma"/>
              </a:rPr>
              <a:t>Zebronics</a:t>
            </a:r>
            <a:r>
              <a:rPr sz="1500" spc="-55" dirty="0">
                <a:solidFill>
                  <a:srgbClr val="93A2B8"/>
                </a:solidFill>
                <a:latin typeface="Tahoma"/>
                <a:cs typeface="Tahoma"/>
              </a:rPr>
              <a:t> </a:t>
            </a:r>
            <a:r>
              <a:rPr sz="1500" spc="105" dirty="0">
                <a:solidFill>
                  <a:srgbClr val="93A2B8"/>
                </a:solidFill>
                <a:latin typeface="Tahoma"/>
                <a:cs typeface="Tahoma"/>
              </a:rPr>
              <a:t>USB</a:t>
            </a:r>
            <a:r>
              <a:rPr sz="1500" spc="-35" dirty="0">
                <a:solidFill>
                  <a:srgbClr val="93A2B8"/>
                </a:solidFill>
                <a:latin typeface="Tahoma"/>
                <a:cs typeface="Tahoma"/>
              </a:rPr>
              <a:t> </a:t>
            </a:r>
            <a:r>
              <a:rPr sz="1500" spc="65" dirty="0">
                <a:solidFill>
                  <a:srgbClr val="93A2B8"/>
                </a:solidFill>
                <a:latin typeface="Tahoma"/>
                <a:cs typeface="Tahoma"/>
              </a:rPr>
              <a:t>Webcam.</a:t>
            </a:r>
            <a:endParaRPr sz="1500">
              <a:latin typeface="Tahoma"/>
              <a:cs typeface="Tahoma"/>
            </a:endParaRPr>
          </a:p>
          <a:p>
            <a:pPr marL="248285" indent="-210185">
              <a:lnSpc>
                <a:spcPct val="100000"/>
              </a:lnSpc>
              <a:spcBef>
                <a:spcPts val="1350"/>
              </a:spcBef>
              <a:buFont typeface="Tahoma"/>
              <a:buChar char="•"/>
              <a:tabLst>
                <a:tab pos="248285" algn="l"/>
              </a:tabLst>
            </a:pPr>
            <a:r>
              <a:rPr sz="1500" b="1" dirty="0">
                <a:solidFill>
                  <a:srgbClr val="93A2B8"/>
                </a:solidFill>
                <a:latin typeface="Tahoma"/>
                <a:cs typeface="Tahoma"/>
              </a:rPr>
              <a:t>Face:</a:t>
            </a:r>
            <a:r>
              <a:rPr sz="1500" b="1" spc="-15" dirty="0">
                <a:solidFill>
                  <a:srgbClr val="93A2B8"/>
                </a:solidFill>
                <a:latin typeface="Tahoma"/>
                <a:cs typeface="Tahoma"/>
              </a:rPr>
              <a:t> </a:t>
            </a:r>
            <a:r>
              <a:rPr sz="1500" spc="75" dirty="0">
                <a:solidFill>
                  <a:srgbClr val="93A2B8"/>
                </a:solidFill>
                <a:latin typeface="Tahoma"/>
                <a:cs typeface="Tahoma"/>
              </a:rPr>
              <a:t>0.96"</a:t>
            </a:r>
            <a:r>
              <a:rPr sz="1500" spc="-60" dirty="0">
                <a:solidFill>
                  <a:srgbClr val="93A2B8"/>
                </a:solidFill>
                <a:latin typeface="Tahoma"/>
                <a:cs typeface="Tahoma"/>
              </a:rPr>
              <a:t> </a:t>
            </a:r>
            <a:r>
              <a:rPr sz="1500" spc="75" dirty="0">
                <a:solidFill>
                  <a:srgbClr val="93A2B8"/>
                </a:solidFill>
                <a:latin typeface="Tahoma"/>
                <a:cs typeface="Tahoma"/>
              </a:rPr>
              <a:t>OLED</a:t>
            </a:r>
            <a:r>
              <a:rPr sz="1500" spc="-45" dirty="0">
                <a:solidFill>
                  <a:srgbClr val="93A2B8"/>
                </a:solidFill>
                <a:latin typeface="Tahoma"/>
                <a:cs typeface="Tahoma"/>
              </a:rPr>
              <a:t> </a:t>
            </a:r>
            <a:r>
              <a:rPr sz="1500" spc="40" dirty="0">
                <a:solidFill>
                  <a:srgbClr val="93A2B8"/>
                </a:solidFill>
                <a:latin typeface="Tahoma"/>
                <a:cs typeface="Tahoma"/>
              </a:rPr>
              <a:t>Display.</a:t>
            </a:r>
            <a:endParaRPr sz="1500">
              <a:latin typeface="Tahoma"/>
              <a:cs typeface="Tahoma"/>
            </a:endParaRPr>
          </a:p>
          <a:p>
            <a:pPr marL="248285" indent="-210185">
              <a:lnSpc>
                <a:spcPct val="100000"/>
              </a:lnSpc>
              <a:spcBef>
                <a:spcPts val="1350"/>
              </a:spcBef>
              <a:buFont typeface="Tahoma"/>
              <a:buChar char="•"/>
              <a:tabLst>
                <a:tab pos="248285" algn="l"/>
              </a:tabLst>
            </a:pPr>
            <a:r>
              <a:rPr sz="1500" b="1" dirty="0">
                <a:solidFill>
                  <a:srgbClr val="93A2B8"/>
                </a:solidFill>
                <a:latin typeface="Tahoma"/>
                <a:cs typeface="Tahoma"/>
              </a:rPr>
              <a:t>Voice:</a:t>
            </a:r>
            <a:r>
              <a:rPr sz="1500" b="1" spc="95" dirty="0">
                <a:solidFill>
                  <a:srgbClr val="93A2B8"/>
                </a:solidFill>
                <a:latin typeface="Tahoma"/>
                <a:cs typeface="Tahoma"/>
              </a:rPr>
              <a:t> </a:t>
            </a:r>
            <a:r>
              <a:rPr sz="1500" dirty="0">
                <a:solidFill>
                  <a:srgbClr val="93A2B8"/>
                </a:solidFill>
                <a:latin typeface="Tahoma"/>
                <a:cs typeface="Tahoma"/>
              </a:rPr>
              <a:t>Bluetooth</a:t>
            </a:r>
            <a:r>
              <a:rPr sz="1500" spc="50" dirty="0">
                <a:solidFill>
                  <a:srgbClr val="93A2B8"/>
                </a:solidFill>
                <a:latin typeface="Tahoma"/>
                <a:cs typeface="Tahoma"/>
              </a:rPr>
              <a:t> </a:t>
            </a:r>
            <a:r>
              <a:rPr sz="1500" spc="70" dirty="0">
                <a:solidFill>
                  <a:srgbClr val="93A2B8"/>
                </a:solidFill>
                <a:latin typeface="Tahoma"/>
                <a:cs typeface="Tahoma"/>
              </a:rPr>
              <a:t>Speaker</a:t>
            </a:r>
            <a:r>
              <a:rPr sz="1500" spc="30" dirty="0">
                <a:solidFill>
                  <a:srgbClr val="93A2B8"/>
                </a:solidFill>
                <a:latin typeface="Tahoma"/>
                <a:cs typeface="Tahoma"/>
              </a:rPr>
              <a:t> </a:t>
            </a:r>
            <a:r>
              <a:rPr sz="1500" spc="-105" dirty="0">
                <a:solidFill>
                  <a:srgbClr val="93A2B8"/>
                </a:solidFill>
                <a:latin typeface="Tahoma"/>
                <a:cs typeface="Tahoma"/>
              </a:rPr>
              <a:t>+</a:t>
            </a:r>
            <a:r>
              <a:rPr sz="1500" spc="50" dirty="0">
                <a:solidFill>
                  <a:srgbClr val="93A2B8"/>
                </a:solidFill>
                <a:latin typeface="Tahoma"/>
                <a:cs typeface="Tahoma"/>
              </a:rPr>
              <a:t> </a:t>
            </a:r>
            <a:r>
              <a:rPr sz="1500" spc="105" dirty="0">
                <a:solidFill>
                  <a:srgbClr val="93A2B8"/>
                </a:solidFill>
                <a:latin typeface="Tahoma"/>
                <a:cs typeface="Tahoma"/>
              </a:rPr>
              <a:t>USB</a:t>
            </a:r>
            <a:r>
              <a:rPr sz="1500" spc="55" dirty="0">
                <a:solidFill>
                  <a:srgbClr val="93A2B8"/>
                </a:solidFill>
                <a:latin typeface="Tahoma"/>
                <a:cs typeface="Tahoma"/>
              </a:rPr>
              <a:t> </a:t>
            </a:r>
            <a:r>
              <a:rPr sz="1500" spc="65" dirty="0">
                <a:solidFill>
                  <a:srgbClr val="93A2B8"/>
                </a:solidFill>
                <a:latin typeface="Tahoma"/>
                <a:cs typeface="Tahoma"/>
              </a:rPr>
              <a:t>Mic.</a:t>
            </a:r>
            <a:endParaRPr sz="1500">
              <a:latin typeface="Tahoma"/>
              <a:cs typeface="Tahoma"/>
            </a:endParaRPr>
          </a:p>
          <a:p>
            <a:pPr marL="248285" indent="-210185">
              <a:lnSpc>
                <a:spcPct val="100000"/>
              </a:lnSpc>
              <a:spcBef>
                <a:spcPts val="1350"/>
              </a:spcBef>
              <a:buFont typeface="Tahoma"/>
              <a:buChar char="•"/>
              <a:tabLst>
                <a:tab pos="248285" algn="l"/>
              </a:tabLst>
            </a:pPr>
            <a:r>
              <a:rPr sz="1500" b="1" spc="-25" dirty="0">
                <a:solidFill>
                  <a:srgbClr val="93A2B8"/>
                </a:solidFill>
                <a:latin typeface="Tahoma"/>
                <a:cs typeface="Tahoma"/>
              </a:rPr>
              <a:t>Power:</a:t>
            </a:r>
            <a:r>
              <a:rPr sz="1500" b="1" spc="85" dirty="0">
                <a:solidFill>
                  <a:srgbClr val="93A2B8"/>
                </a:solidFill>
                <a:latin typeface="Tahoma"/>
                <a:cs typeface="Tahoma"/>
              </a:rPr>
              <a:t> </a:t>
            </a:r>
            <a:r>
              <a:rPr sz="1500" spc="80" dirty="0">
                <a:solidFill>
                  <a:srgbClr val="93A2B8"/>
                </a:solidFill>
                <a:latin typeface="Tahoma"/>
                <a:cs typeface="Tahoma"/>
              </a:rPr>
              <a:t>Li-</a:t>
            </a:r>
            <a:r>
              <a:rPr sz="1500" spc="50" dirty="0">
                <a:solidFill>
                  <a:srgbClr val="93A2B8"/>
                </a:solidFill>
                <a:latin typeface="Tahoma"/>
                <a:cs typeface="Tahoma"/>
              </a:rPr>
              <a:t>ion</a:t>
            </a:r>
            <a:r>
              <a:rPr sz="1500" spc="55" dirty="0">
                <a:solidFill>
                  <a:srgbClr val="93A2B8"/>
                </a:solidFill>
                <a:latin typeface="Tahoma"/>
                <a:cs typeface="Tahoma"/>
              </a:rPr>
              <a:t> </a:t>
            </a:r>
            <a:r>
              <a:rPr sz="1500" dirty="0">
                <a:solidFill>
                  <a:srgbClr val="93A2B8"/>
                </a:solidFill>
                <a:latin typeface="Tahoma"/>
                <a:cs typeface="Tahoma"/>
              </a:rPr>
              <a:t>Battery</a:t>
            </a:r>
            <a:r>
              <a:rPr sz="1500" spc="20" dirty="0">
                <a:solidFill>
                  <a:srgbClr val="93A2B8"/>
                </a:solidFill>
                <a:latin typeface="Tahoma"/>
                <a:cs typeface="Tahoma"/>
              </a:rPr>
              <a:t> </a:t>
            </a:r>
            <a:r>
              <a:rPr sz="1500" spc="60" dirty="0">
                <a:solidFill>
                  <a:srgbClr val="93A2B8"/>
                </a:solidFill>
                <a:latin typeface="Tahoma"/>
                <a:cs typeface="Tahoma"/>
              </a:rPr>
              <a:t>Pack.</a:t>
            </a:r>
            <a:endParaRPr sz="1500">
              <a:latin typeface="Tahoma"/>
              <a:cs typeface="Tahoma"/>
            </a:endParaRPr>
          </a:p>
        </p:txBody>
      </p:sp>
      <p:sp>
        <p:nvSpPr>
          <p:cNvPr id="6" name="object 6"/>
          <p:cNvSpPr txBox="1">
            <a:spLocks noGrp="1"/>
          </p:cNvSpPr>
          <p:nvPr>
            <p:ph type="title"/>
          </p:nvPr>
        </p:nvSpPr>
        <p:spPr>
          <a:xfrm>
            <a:off x="558800" y="533146"/>
            <a:ext cx="3055620" cy="506730"/>
          </a:xfrm>
          <a:prstGeom prst="rect">
            <a:avLst/>
          </a:prstGeom>
        </p:spPr>
        <p:txBody>
          <a:bodyPr vert="horz" wrap="square" lIns="0" tIns="13335" rIns="0" bIns="0" rtlCol="0">
            <a:spAutoFit/>
          </a:bodyPr>
          <a:lstStyle/>
          <a:p>
            <a:pPr marL="12700">
              <a:lnSpc>
                <a:spcPct val="100000"/>
              </a:lnSpc>
              <a:spcBef>
                <a:spcPts val="105"/>
              </a:spcBef>
            </a:pPr>
            <a:r>
              <a:rPr spc="-100" dirty="0"/>
              <a:t>Under</a:t>
            </a:r>
            <a:r>
              <a:rPr spc="-140" dirty="0"/>
              <a:t> </a:t>
            </a:r>
            <a:r>
              <a:rPr dirty="0"/>
              <a:t>the</a:t>
            </a:r>
            <a:r>
              <a:rPr spc="-135" dirty="0"/>
              <a:t> </a:t>
            </a:r>
            <a:r>
              <a:rPr spc="-65" dirty="0"/>
              <a:t>Hood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8800" y="1609725"/>
            <a:ext cx="3383915" cy="506730"/>
          </a:xfrm>
          <a:prstGeom prst="rect">
            <a:avLst/>
          </a:prstGeom>
        </p:spPr>
        <p:txBody>
          <a:bodyPr vert="horz" wrap="square" lIns="0" tIns="13335" rIns="0" bIns="0" rtlCol="0">
            <a:spAutoFit/>
          </a:bodyPr>
          <a:lstStyle/>
          <a:p>
            <a:pPr marL="12700">
              <a:lnSpc>
                <a:spcPct val="100000"/>
              </a:lnSpc>
              <a:spcBef>
                <a:spcPts val="105"/>
              </a:spcBef>
            </a:pPr>
            <a:r>
              <a:rPr spc="-10" dirty="0"/>
              <a:t>Mobility</a:t>
            </a:r>
            <a:r>
              <a:rPr spc="-195" dirty="0"/>
              <a:t> </a:t>
            </a:r>
            <a:r>
              <a:rPr spc="-620" dirty="0"/>
              <a:t>&amp;</a:t>
            </a:r>
            <a:r>
              <a:rPr spc="-125" dirty="0"/>
              <a:t> </a:t>
            </a:r>
            <a:r>
              <a:rPr spc="-70" dirty="0"/>
              <a:t>Design</a:t>
            </a:r>
          </a:p>
        </p:txBody>
      </p:sp>
      <p:sp>
        <p:nvSpPr>
          <p:cNvPr id="3" name="object 3"/>
          <p:cNvSpPr txBox="1"/>
          <p:nvPr/>
        </p:nvSpPr>
        <p:spPr>
          <a:xfrm>
            <a:off x="558800" y="2504389"/>
            <a:ext cx="4747260" cy="2706370"/>
          </a:xfrm>
          <a:prstGeom prst="rect">
            <a:avLst/>
          </a:prstGeom>
        </p:spPr>
        <p:txBody>
          <a:bodyPr vert="horz" wrap="square" lIns="0" tIns="12700" rIns="0" bIns="0" rtlCol="0">
            <a:spAutoFit/>
          </a:bodyPr>
          <a:lstStyle/>
          <a:p>
            <a:pPr marL="12700">
              <a:lnSpc>
                <a:spcPct val="100000"/>
              </a:lnSpc>
              <a:spcBef>
                <a:spcPts val="100"/>
              </a:spcBef>
            </a:pPr>
            <a:r>
              <a:rPr sz="2100" b="1" spc="-60" dirty="0">
                <a:solidFill>
                  <a:srgbClr val="E1E8EF"/>
                </a:solidFill>
                <a:latin typeface="Tahoma"/>
                <a:cs typeface="Tahoma"/>
              </a:rPr>
              <a:t>Engineered</a:t>
            </a:r>
            <a:r>
              <a:rPr sz="2100" b="1" spc="-90" dirty="0">
                <a:solidFill>
                  <a:srgbClr val="E1E8EF"/>
                </a:solidFill>
                <a:latin typeface="Tahoma"/>
                <a:cs typeface="Tahoma"/>
              </a:rPr>
              <a:t> </a:t>
            </a:r>
            <a:r>
              <a:rPr sz="2100" b="1" dirty="0">
                <a:solidFill>
                  <a:srgbClr val="E1E8EF"/>
                </a:solidFill>
                <a:latin typeface="Tahoma"/>
                <a:cs typeface="Tahoma"/>
              </a:rPr>
              <a:t>for</a:t>
            </a:r>
            <a:r>
              <a:rPr sz="2100" b="1" spc="-65" dirty="0">
                <a:solidFill>
                  <a:srgbClr val="E1E8EF"/>
                </a:solidFill>
                <a:latin typeface="Tahoma"/>
                <a:cs typeface="Tahoma"/>
              </a:rPr>
              <a:t> </a:t>
            </a:r>
            <a:r>
              <a:rPr sz="2100" b="1" spc="-10" dirty="0">
                <a:solidFill>
                  <a:srgbClr val="E1E8EF"/>
                </a:solidFill>
                <a:latin typeface="Tahoma"/>
                <a:cs typeface="Tahoma"/>
              </a:rPr>
              <a:t>Agility</a:t>
            </a:r>
            <a:endParaRPr sz="2100">
              <a:latin typeface="Tahoma"/>
              <a:cs typeface="Tahoma"/>
            </a:endParaRPr>
          </a:p>
          <a:p>
            <a:pPr marL="12700" marR="239395">
              <a:lnSpc>
                <a:spcPct val="160000"/>
              </a:lnSpc>
              <a:spcBef>
                <a:spcPts val="2520"/>
              </a:spcBef>
            </a:pPr>
            <a:r>
              <a:rPr sz="1500" spc="60" dirty="0">
                <a:solidFill>
                  <a:srgbClr val="93A2B8"/>
                </a:solidFill>
                <a:latin typeface="Tahoma"/>
                <a:cs typeface="Tahoma"/>
              </a:rPr>
              <a:t>Shibu</a:t>
            </a:r>
            <a:r>
              <a:rPr sz="1500" spc="25" dirty="0">
                <a:solidFill>
                  <a:srgbClr val="93A2B8"/>
                </a:solidFill>
                <a:latin typeface="Tahoma"/>
                <a:cs typeface="Tahoma"/>
              </a:rPr>
              <a:t> </a:t>
            </a:r>
            <a:r>
              <a:rPr sz="1500" spc="60" dirty="0">
                <a:solidFill>
                  <a:srgbClr val="93A2B8"/>
                </a:solidFill>
                <a:latin typeface="Tahoma"/>
                <a:cs typeface="Tahoma"/>
              </a:rPr>
              <a:t>features</a:t>
            </a:r>
            <a:r>
              <a:rPr sz="1500" spc="15" dirty="0">
                <a:solidFill>
                  <a:srgbClr val="93A2B8"/>
                </a:solidFill>
                <a:latin typeface="Tahoma"/>
                <a:cs typeface="Tahoma"/>
              </a:rPr>
              <a:t> </a:t>
            </a:r>
            <a:r>
              <a:rPr sz="1500" spc="10" dirty="0">
                <a:solidFill>
                  <a:srgbClr val="93A2B8"/>
                </a:solidFill>
                <a:latin typeface="Tahoma"/>
                <a:cs typeface="Tahoma"/>
              </a:rPr>
              <a:t>a</a:t>
            </a:r>
            <a:r>
              <a:rPr sz="1500" spc="25" dirty="0">
                <a:solidFill>
                  <a:srgbClr val="93A2B8"/>
                </a:solidFill>
                <a:latin typeface="Tahoma"/>
                <a:cs typeface="Tahoma"/>
              </a:rPr>
              <a:t> </a:t>
            </a:r>
            <a:r>
              <a:rPr sz="1500" spc="10" dirty="0">
                <a:solidFill>
                  <a:srgbClr val="93A2B8"/>
                </a:solidFill>
                <a:latin typeface="Tahoma"/>
                <a:cs typeface="Tahoma"/>
              </a:rPr>
              <a:t>lightweight</a:t>
            </a:r>
            <a:r>
              <a:rPr sz="1500" spc="30" dirty="0">
                <a:solidFill>
                  <a:srgbClr val="93A2B8"/>
                </a:solidFill>
                <a:latin typeface="Tahoma"/>
                <a:cs typeface="Tahoma"/>
              </a:rPr>
              <a:t> </a:t>
            </a:r>
            <a:r>
              <a:rPr sz="1500" spc="85" dirty="0">
                <a:solidFill>
                  <a:srgbClr val="93A2B8"/>
                </a:solidFill>
                <a:latin typeface="Tahoma"/>
                <a:cs typeface="Tahoma"/>
              </a:rPr>
              <a:t>chassis</a:t>
            </a:r>
            <a:r>
              <a:rPr sz="1500" spc="25" dirty="0">
                <a:solidFill>
                  <a:srgbClr val="93A2B8"/>
                </a:solidFill>
                <a:latin typeface="Tahoma"/>
                <a:cs typeface="Tahoma"/>
              </a:rPr>
              <a:t> </a:t>
            </a:r>
            <a:r>
              <a:rPr sz="1500" spc="60" dirty="0">
                <a:solidFill>
                  <a:srgbClr val="93A2B8"/>
                </a:solidFill>
                <a:latin typeface="Tahoma"/>
                <a:cs typeface="Tahoma"/>
              </a:rPr>
              <a:t>optimized</a:t>
            </a:r>
            <a:r>
              <a:rPr sz="1500" spc="15" dirty="0">
                <a:solidFill>
                  <a:srgbClr val="93A2B8"/>
                </a:solidFill>
                <a:latin typeface="Tahoma"/>
                <a:cs typeface="Tahoma"/>
              </a:rPr>
              <a:t> </a:t>
            </a:r>
            <a:r>
              <a:rPr sz="1500" spc="30" dirty="0">
                <a:solidFill>
                  <a:srgbClr val="93A2B8"/>
                </a:solidFill>
                <a:latin typeface="Tahoma"/>
                <a:cs typeface="Tahoma"/>
              </a:rPr>
              <a:t>for </a:t>
            </a:r>
            <a:r>
              <a:rPr sz="1500" spc="55" dirty="0">
                <a:solidFill>
                  <a:srgbClr val="93A2B8"/>
                </a:solidFill>
                <a:latin typeface="Tahoma"/>
                <a:cs typeface="Tahoma"/>
              </a:rPr>
              <a:t>indoor</a:t>
            </a:r>
            <a:r>
              <a:rPr sz="1500" spc="-65" dirty="0">
                <a:solidFill>
                  <a:srgbClr val="93A2B8"/>
                </a:solidFill>
                <a:latin typeface="Tahoma"/>
                <a:cs typeface="Tahoma"/>
              </a:rPr>
              <a:t> </a:t>
            </a:r>
            <a:r>
              <a:rPr sz="1500" spc="35" dirty="0">
                <a:solidFill>
                  <a:srgbClr val="93A2B8"/>
                </a:solidFill>
                <a:latin typeface="Tahoma"/>
                <a:cs typeface="Tahoma"/>
              </a:rPr>
              <a:t>environments.</a:t>
            </a:r>
            <a:endParaRPr sz="1500">
              <a:latin typeface="Tahoma"/>
              <a:cs typeface="Tahoma"/>
            </a:endParaRPr>
          </a:p>
          <a:p>
            <a:pPr marL="12700" marR="5080">
              <a:lnSpc>
                <a:spcPct val="160000"/>
              </a:lnSpc>
              <a:spcBef>
                <a:spcPts val="1664"/>
              </a:spcBef>
            </a:pPr>
            <a:r>
              <a:rPr sz="1500" spc="70" dirty="0">
                <a:solidFill>
                  <a:srgbClr val="93A2B8"/>
                </a:solidFill>
                <a:latin typeface="Tahoma"/>
                <a:cs typeface="Tahoma"/>
              </a:rPr>
              <a:t>The</a:t>
            </a:r>
            <a:r>
              <a:rPr sz="1500" spc="-45" dirty="0">
                <a:solidFill>
                  <a:srgbClr val="93A2B8"/>
                </a:solidFill>
                <a:latin typeface="Tahoma"/>
                <a:cs typeface="Tahoma"/>
              </a:rPr>
              <a:t> </a:t>
            </a:r>
            <a:r>
              <a:rPr sz="1500" spc="135" dirty="0">
                <a:solidFill>
                  <a:srgbClr val="93A2B8"/>
                </a:solidFill>
                <a:latin typeface="Tahoma"/>
                <a:cs typeface="Tahoma"/>
              </a:rPr>
              <a:t>4-</a:t>
            </a:r>
            <a:r>
              <a:rPr sz="1500" spc="65" dirty="0">
                <a:solidFill>
                  <a:srgbClr val="93A2B8"/>
                </a:solidFill>
                <a:latin typeface="Tahoma"/>
                <a:cs typeface="Tahoma"/>
              </a:rPr>
              <a:t>wheel</a:t>
            </a:r>
            <a:r>
              <a:rPr sz="1500" spc="-10" dirty="0">
                <a:solidFill>
                  <a:srgbClr val="93A2B8"/>
                </a:solidFill>
                <a:latin typeface="Tahoma"/>
                <a:cs typeface="Tahoma"/>
              </a:rPr>
              <a:t> </a:t>
            </a:r>
            <a:r>
              <a:rPr sz="1500" spc="55" dirty="0">
                <a:solidFill>
                  <a:srgbClr val="93A2B8"/>
                </a:solidFill>
                <a:latin typeface="Tahoma"/>
                <a:cs typeface="Tahoma"/>
              </a:rPr>
              <a:t>drive</a:t>
            </a:r>
            <a:r>
              <a:rPr sz="1500" spc="-40" dirty="0">
                <a:solidFill>
                  <a:srgbClr val="93A2B8"/>
                </a:solidFill>
                <a:latin typeface="Tahoma"/>
                <a:cs typeface="Tahoma"/>
              </a:rPr>
              <a:t> </a:t>
            </a:r>
            <a:r>
              <a:rPr sz="1500" spc="65" dirty="0">
                <a:solidFill>
                  <a:srgbClr val="93A2B8"/>
                </a:solidFill>
                <a:latin typeface="Tahoma"/>
                <a:cs typeface="Tahoma"/>
              </a:rPr>
              <a:t>system</a:t>
            </a:r>
            <a:r>
              <a:rPr sz="1500" spc="-55" dirty="0">
                <a:solidFill>
                  <a:srgbClr val="93A2B8"/>
                </a:solidFill>
                <a:latin typeface="Tahoma"/>
                <a:cs typeface="Tahoma"/>
              </a:rPr>
              <a:t> </a:t>
            </a:r>
            <a:r>
              <a:rPr sz="1500" spc="70" dirty="0">
                <a:solidFill>
                  <a:srgbClr val="93A2B8"/>
                </a:solidFill>
                <a:latin typeface="Tahoma"/>
                <a:cs typeface="Tahoma"/>
              </a:rPr>
              <a:t>provides</a:t>
            </a:r>
            <a:r>
              <a:rPr sz="1500" spc="-55" dirty="0">
                <a:solidFill>
                  <a:srgbClr val="93A2B8"/>
                </a:solidFill>
                <a:latin typeface="Tahoma"/>
                <a:cs typeface="Tahoma"/>
              </a:rPr>
              <a:t> </a:t>
            </a:r>
            <a:r>
              <a:rPr sz="1500" spc="55" dirty="0">
                <a:solidFill>
                  <a:srgbClr val="93A2B8"/>
                </a:solidFill>
                <a:latin typeface="Tahoma"/>
                <a:cs typeface="Tahoma"/>
              </a:rPr>
              <a:t>superior</a:t>
            </a:r>
            <a:r>
              <a:rPr sz="1500" spc="-50" dirty="0">
                <a:solidFill>
                  <a:srgbClr val="93A2B8"/>
                </a:solidFill>
                <a:latin typeface="Tahoma"/>
                <a:cs typeface="Tahoma"/>
              </a:rPr>
              <a:t> </a:t>
            </a:r>
            <a:r>
              <a:rPr sz="1500" spc="-10" dirty="0">
                <a:solidFill>
                  <a:srgbClr val="93A2B8"/>
                </a:solidFill>
                <a:latin typeface="Tahoma"/>
                <a:cs typeface="Tahoma"/>
              </a:rPr>
              <a:t>traction </a:t>
            </a:r>
            <a:r>
              <a:rPr sz="1500" spc="65" dirty="0">
                <a:solidFill>
                  <a:srgbClr val="93A2B8"/>
                </a:solidFill>
                <a:latin typeface="Tahoma"/>
                <a:cs typeface="Tahoma"/>
              </a:rPr>
              <a:t>on</a:t>
            </a:r>
            <a:r>
              <a:rPr sz="1500" spc="-5" dirty="0">
                <a:solidFill>
                  <a:srgbClr val="93A2B8"/>
                </a:solidFill>
                <a:latin typeface="Tahoma"/>
                <a:cs typeface="Tahoma"/>
              </a:rPr>
              <a:t> </a:t>
            </a:r>
            <a:r>
              <a:rPr sz="1500" spc="70" dirty="0">
                <a:solidFill>
                  <a:srgbClr val="93A2B8"/>
                </a:solidFill>
                <a:latin typeface="Tahoma"/>
                <a:cs typeface="Tahoma"/>
              </a:rPr>
              <a:t>carpets</a:t>
            </a:r>
            <a:r>
              <a:rPr sz="1500" spc="-5" dirty="0">
                <a:solidFill>
                  <a:srgbClr val="93A2B8"/>
                </a:solidFill>
                <a:latin typeface="Tahoma"/>
                <a:cs typeface="Tahoma"/>
              </a:rPr>
              <a:t> </a:t>
            </a:r>
            <a:r>
              <a:rPr sz="1500" spc="60" dirty="0">
                <a:solidFill>
                  <a:srgbClr val="93A2B8"/>
                </a:solidFill>
                <a:latin typeface="Tahoma"/>
                <a:cs typeface="Tahoma"/>
              </a:rPr>
              <a:t>and</a:t>
            </a:r>
            <a:r>
              <a:rPr sz="1500" spc="-15" dirty="0">
                <a:solidFill>
                  <a:srgbClr val="93A2B8"/>
                </a:solidFill>
                <a:latin typeface="Tahoma"/>
                <a:cs typeface="Tahoma"/>
              </a:rPr>
              <a:t> </a:t>
            </a:r>
            <a:r>
              <a:rPr sz="1500" dirty="0">
                <a:solidFill>
                  <a:srgbClr val="93A2B8"/>
                </a:solidFill>
                <a:latin typeface="Tahoma"/>
                <a:cs typeface="Tahoma"/>
              </a:rPr>
              <a:t>tiles,</a:t>
            </a:r>
            <a:r>
              <a:rPr sz="1500" spc="-10" dirty="0">
                <a:solidFill>
                  <a:srgbClr val="93A2B8"/>
                </a:solidFill>
                <a:latin typeface="Tahoma"/>
                <a:cs typeface="Tahoma"/>
              </a:rPr>
              <a:t> </a:t>
            </a:r>
            <a:r>
              <a:rPr sz="1500" spc="55" dirty="0">
                <a:solidFill>
                  <a:srgbClr val="93A2B8"/>
                </a:solidFill>
                <a:latin typeface="Tahoma"/>
                <a:cs typeface="Tahoma"/>
              </a:rPr>
              <a:t>while</a:t>
            </a:r>
            <a:r>
              <a:rPr sz="1500" spc="10" dirty="0">
                <a:solidFill>
                  <a:srgbClr val="93A2B8"/>
                </a:solidFill>
                <a:latin typeface="Tahoma"/>
                <a:cs typeface="Tahoma"/>
              </a:rPr>
              <a:t> </a:t>
            </a:r>
            <a:r>
              <a:rPr sz="1500" dirty="0">
                <a:solidFill>
                  <a:srgbClr val="93A2B8"/>
                </a:solidFill>
                <a:latin typeface="Tahoma"/>
                <a:cs typeface="Tahoma"/>
              </a:rPr>
              <a:t>the </a:t>
            </a:r>
            <a:r>
              <a:rPr sz="1500" spc="70" dirty="0">
                <a:solidFill>
                  <a:srgbClr val="93A2B8"/>
                </a:solidFill>
                <a:latin typeface="Tahoma"/>
                <a:cs typeface="Tahoma"/>
              </a:rPr>
              <a:t>balanced</a:t>
            </a:r>
            <a:r>
              <a:rPr sz="1500" spc="-15" dirty="0">
                <a:solidFill>
                  <a:srgbClr val="93A2B8"/>
                </a:solidFill>
                <a:latin typeface="Tahoma"/>
                <a:cs typeface="Tahoma"/>
              </a:rPr>
              <a:t> </a:t>
            </a:r>
            <a:r>
              <a:rPr sz="1500" spc="40" dirty="0">
                <a:solidFill>
                  <a:srgbClr val="93A2B8"/>
                </a:solidFill>
                <a:latin typeface="Tahoma"/>
                <a:cs typeface="Tahoma"/>
              </a:rPr>
              <a:t>weight </a:t>
            </a:r>
            <a:r>
              <a:rPr sz="1500" spc="20" dirty="0">
                <a:solidFill>
                  <a:srgbClr val="93A2B8"/>
                </a:solidFill>
                <a:latin typeface="Tahoma"/>
                <a:cs typeface="Tahoma"/>
              </a:rPr>
              <a:t>distribution</a:t>
            </a:r>
            <a:r>
              <a:rPr sz="1500" spc="25" dirty="0">
                <a:solidFill>
                  <a:srgbClr val="93A2B8"/>
                </a:solidFill>
                <a:latin typeface="Tahoma"/>
                <a:cs typeface="Tahoma"/>
              </a:rPr>
              <a:t> </a:t>
            </a:r>
            <a:r>
              <a:rPr sz="1500" spc="65" dirty="0">
                <a:solidFill>
                  <a:srgbClr val="93A2B8"/>
                </a:solidFill>
                <a:latin typeface="Tahoma"/>
                <a:cs typeface="Tahoma"/>
              </a:rPr>
              <a:t>ensures</a:t>
            </a:r>
            <a:r>
              <a:rPr sz="1500" spc="45" dirty="0">
                <a:solidFill>
                  <a:srgbClr val="93A2B8"/>
                </a:solidFill>
                <a:latin typeface="Tahoma"/>
                <a:cs typeface="Tahoma"/>
              </a:rPr>
              <a:t> </a:t>
            </a:r>
            <a:r>
              <a:rPr sz="1500" spc="20" dirty="0">
                <a:solidFill>
                  <a:srgbClr val="93A2B8"/>
                </a:solidFill>
                <a:latin typeface="Tahoma"/>
                <a:cs typeface="Tahoma"/>
              </a:rPr>
              <a:t>stability</a:t>
            </a:r>
            <a:r>
              <a:rPr sz="1500" spc="35" dirty="0">
                <a:solidFill>
                  <a:srgbClr val="93A2B8"/>
                </a:solidFill>
                <a:latin typeface="Tahoma"/>
                <a:cs typeface="Tahoma"/>
              </a:rPr>
              <a:t> </a:t>
            </a:r>
            <a:r>
              <a:rPr sz="1500" spc="50" dirty="0">
                <a:solidFill>
                  <a:srgbClr val="93A2B8"/>
                </a:solidFill>
                <a:latin typeface="Tahoma"/>
                <a:cs typeface="Tahoma"/>
              </a:rPr>
              <a:t>during</a:t>
            </a:r>
            <a:r>
              <a:rPr sz="1500" spc="45" dirty="0">
                <a:solidFill>
                  <a:srgbClr val="93A2B8"/>
                </a:solidFill>
                <a:latin typeface="Tahoma"/>
                <a:cs typeface="Tahoma"/>
              </a:rPr>
              <a:t> </a:t>
            </a:r>
            <a:r>
              <a:rPr sz="1500" spc="50" dirty="0">
                <a:solidFill>
                  <a:srgbClr val="93A2B8"/>
                </a:solidFill>
                <a:latin typeface="Tahoma"/>
                <a:cs typeface="Tahoma"/>
              </a:rPr>
              <a:t>fast</a:t>
            </a:r>
            <a:r>
              <a:rPr sz="1500" spc="45" dirty="0">
                <a:solidFill>
                  <a:srgbClr val="93A2B8"/>
                </a:solidFill>
                <a:latin typeface="Tahoma"/>
                <a:cs typeface="Tahoma"/>
              </a:rPr>
              <a:t> </a:t>
            </a:r>
            <a:r>
              <a:rPr sz="1500" spc="-10" dirty="0">
                <a:solidFill>
                  <a:srgbClr val="93A2B8"/>
                </a:solidFill>
                <a:latin typeface="Tahoma"/>
                <a:cs typeface="Tahoma"/>
              </a:rPr>
              <a:t>turns.</a:t>
            </a:r>
            <a:endParaRPr sz="1500">
              <a:latin typeface="Tahoma"/>
              <a:cs typeface="Tahoma"/>
            </a:endParaRPr>
          </a:p>
        </p:txBody>
      </p:sp>
      <p:pic>
        <p:nvPicPr>
          <p:cNvPr id="4" name="object 4"/>
          <p:cNvPicPr/>
          <p:nvPr/>
        </p:nvPicPr>
        <p:blipFill>
          <a:blip r:embed="rId2" cstate="print"/>
          <a:stretch>
            <a:fillRect/>
          </a:stretch>
        </p:blipFill>
        <p:spPr>
          <a:xfrm>
            <a:off x="5906770" y="722388"/>
            <a:ext cx="5584698" cy="558469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3212" y="1279525"/>
            <a:ext cx="11461750" cy="2339975"/>
            <a:chOff x="253212" y="1279525"/>
            <a:chExt cx="11461750" cy="2339975"/>
          </a:xfrm>
        </p:grpSpPr>
        <p:sp>
          <p:nvSpPr>
            <p:cNvPr id="3" name="object 3"/>
            <p:cNvSpPr/>
            <p:nvPr/>
          </p:nvSpPr>
          <p:spPr>
            <a:xfrm>
              <a:off x="571500" y="3476625"/>
              <a:ext cx="11049000" cy="19050"/>
            </a:xfrm>
            <a:custGeom>
              <a:avLst/>
              <a:gdLst/>
              <a:ahLst/>
              <a:cxnLst/>
              <a:rect l="l" t="t" r="r" b="b"/>
              <a:pathLst>
                <a:path w="11049000" h="19050">
                  <a:moveTo>
                    <a:pt x="11047603" y="0"/>
                  </a:moveTo>
                  <a:lnTo>
                    <a:pt x="1422" y="0"/>
                  </a:lnTo>
                  <a:lnTo>
                    <a:pt x="0" y="1397"/>
                  </a:lnTo>
                  <a:lnTo>
                    <a:pt x="0" y="3175"/>
                  </a:lnTo>
                  <a:lnTo>
                    <a:pt x="0" y="17652"/>
                  </a:lnTo>
                  <a:lnTo>
                    <a:pt x="1422" y="19050"/>
                  </a:lnTo>
                  <a:lnTo>
                    <a:pt x="11047603" y="19050"/>
                  </a:lnTo>
                  <a:lnTo>
                    <a:pt x="11049000" y="17652"/>
                  </a:lnTo>
                  <a:lnTo>
                    <a:pt x="11049000" y="1397"/>
                  </a:lnTo>
                  <a:lnTo>
                    <a:pt x="11047603" y="0"/>
                  </a:lnTo>
                  <a:close/>
                </a:path>
              </a:pathLst>
            </a:custGeom>
            <a:solidFill>
              <a:srgbClr val="334154"/>
            </a:solidFill>
          </p:spPr>
          <p:txBody>
            <a:bodyPr wrap="square" lIns="0" tIns="0" rIns="0" bIns="0" rtlCol="0"/>
            <a:lstStyle/>
            <a:p>
              <a:endParaRPr/>
            </a:p>
          </p:txBody>
        </p:sp>
        <p:sp>
          <p:nvSpPr>
            <p:cNvPr id="4" name="object 4"/>
            <p:cNvSpPr/>
            <p:nvPr/>
          </p:nvSpPr>
          <p:spPr>
            <a:xfrm>
              <a:off x="1699133" y="3333749"/>
              <a:ext cx="8794115" cy="285750"/>
            </a:xfrm>
            <a:custGeom>
              <a:avLst/>
              <a:gdLst/>
              <a:ahLst/>
              <a:cxnLst/>
              <a:rect l="l" t="t" r="r" b="b"/>
              <a:pathLst>
                <a:path w="8794115" h="285750">
                  <a:moveTo>
                    <a:pt x="285750" y="47625"/>
                  </a:moveTo>
                  <a:lnTo>
                    <a:pt x="282003" y="29095"/>
                  </a:lnTo>
                  <a:lnTo>
                    <a:pt x="271792" y="13957"/>
                  </a:lnTo>
                  <a:lnTo>
                    <a:pt x="256654" y="3746"/>
                  </a:lnTo>
                  <a:lnTo>
                    <a:pt x="238125" y="0"/>
                  </a:lnTo>
                  <a:lnTo>
                    <a:pt x="47625" y="0"/>
                  </a:lnTo>
                  <a:lnTo>
                    <a:pt x="29083" y="3746"/>
                  </a:lnTo>
                  <a:lnTo>
                    <a:pt x="13944" y="13957"/>
                  </a:lnTo>
                  <a:lnTo>
                    <a:pt x="3733" y="29095"/>
                  </a:lnTo>
                  <a:lnTo>
                    <a:pt x="0" y="47625"/>
                  </a:lnTo>
                  <a:lnTo>
                    <a:pt x="0" y="238125"/>
                  </a:lnTo>
                  <a:lnTo>
                    <a:pt x="3733" y="256667"/>
                  </a:lnTo>
                  <a:lnTo>
                    <a:pt x="13944" y="271805"/>
                  </a:lnTo>
                  <a:lnTo>
                    <a:pt x="29083" y="282016"/>
                  </a:lnTo>
                  <a:lnTo>
                    <a:pt x="47625" y="285750"/>
                  </a:lnTo>
                  <a:lnTo>
                    <a:pt x="238125" y="285750"/>
                  </a:lnTo>
                  <a:lnTo>
                    <a:pt x="256654" y="282016"/>
                  </a:lnTo>
                  <a:lnTo>
                    <a:pt x="271792" y="271805"/>
                  </a:lnTo>
                  <a:lnTo>
                    <a:pt x="282003" y="256667"/>
                  </a:lnTo>
                  <a:lnTo>
                    <a:pt x="285750" y="238125"/>
                  </a:lnTo>
                  <a:lnTo>
                    <a:pt x="285750" y="47625"/>
                  </a:lnTo>
                  <a:close/>
                </a:path>
                <a:path w="8794115" h="285750">
                  <a:moveTo>
                    <a:pt x="3121660" y="47625"/>
                  </a:moveTo>
                  <a:lnTo>
                    <a:pt x="3117913" y="29095"/>
                  </a:lnTo>
                  <a:lnTo>
                    <a:pt x="3107702" y="13957"/>
                  </a:lnTo>
                  <a:lnTo>
                    <a:pt x="3092564" y="3746"/>
                  </a:lnTo>
                  <a:lnTo>
                    <a:pt x="3074035" y="0"/>
                  </a:lnTo>
                  <a:lnTo>
                    <a:pt x="2883535" y="0"/>
                  </a:lnTo>
                  <a:lnTo>
                    <a:pt x="2864993" y="3746"/>
                  </a:lnTo>
                  <a:lnTo>
                    <a:pt x="2849854" y="13957"/>
                  </a:lnTo>
                  <a:lnTo>
                    <a:pt x="2839643" y="29095"/>
                  </a:lnTo>
                  <a:lnTo>
                    <a:pt x="2835910" y="47625"/>
                  </a:lnTo>
                  <a:lnTo>
                    <a:pt x="2835910" y="238125"/>
                  </a:lnTo>
                  <a:lnTo>
                    <a:pt x="2839643" y="256667"/>
                  </a:lnTo>
                  <a:lnTo>
                    <a:pt x="2849854" y="271805"/>
                  </a:lnTo>
                  <a:lnTo>
                    <a:pt x="2864993" y="282016"/>
                  </a:lnTo>
                  <a:lnTo>
                    <a:pt x="2883535" y="285750"/>
                  </a:lnTo>
                  <a:lnTo>
                    <a:pt x="3074035" y="285750"/>
                  </a:lnTo>
                  <a:lnTo>
                    <a:pt x="3092564" y="282016"/>
                  </a:lnTo>
                  <a:lnTo>
                    <a:pt x="3107702" y="271805"/>
                  </a:lnTo>
                  <a:lnTo>
                    <a:pt x="3117913" y="256667"/>
                  </a:lnTo>
                  <a:lnTo>
                    <a:pt x="3121660" y="238125"/>
                  </a:lnTo>
                  <a:lnTo>
                    <a:pt x="3121660" y="47625"/>
                  </a:lnTo>
                  <a:close/>
                </a:path>
                <a:path w="8794115" h="285750">
                  <a:moveTo>
                    <a:pt x="5957570" y="47625"/>
                  </a:moveTo>
                  <a:lnTo>
                    <a:pt x="5953836" y="29095"/>
                  </a:lnTo>
                  <a:lnTo>
                    <a:pt x="5943663" y="13957"/>
                  </a:lnTo>
                  <a:lnTo>
                    <a:pt x="5928525" y="3746"/>
                  </a:lnTo>
                  <a:lnTo>
                    <a:pt x="5909945" y="0"/>
                  </a:lnTo>
                  <a:lnTo>
                    <a:pt x="5719445" y="0"/>
                  </a:lnTo>
                  <a:lnTo>
                    <a:pt x="5700903" y="3746"/>
                  </a:lnTo>
                  <a:lnTo>
                    <a:pt x="5685764" y="13957"/>
                  </a:lnTo>
                  <a:lnTo>
                    <a:pt x="5675554" y="29095"/>
                  </a:lnTo>
                  <a:lnTo>
                    <a:pt x="5671820" y="47625"/>
                  </a:lnTo>
                  <a:lnTo>
                    <a:pt x="5671820" y="238125"/>
                  </a:lnTo>
                  <a:lnTo>
                    <a:pt x="5675554" y="256667"/>
                  </a:lnTo>
                  <a:lnTo>
                    <a:pt x="5685764" y="271805"/>
                  </a:lnTo>
                  <a:lnTo>
                    <a:pt x="5700903" y="282016"/>
                  </a:lnTo>
                  <a:lnTo>
                    <a:pt x="5719445" y="285750"/>
                  </a:lnTo>
                  <a:lnTo>
                    <a:pt x="5909945" y="285750"/>
                  </a:lnTo>
                  <a:lnTo>
                    <a:pt x="5928525" y="282016"/>
                  </a:lnTo>
                  <a:lnTo>
                    <a:pt x="5943663" y="271805"/>
                  </a:lnTo>
                  <a:lnTo>
                    <a:pt x="5953836" y="256667"/>
                  </a:lnTo>
                  <a:lnTo>
                    <a:pt x="5957570" y="238125"/>
                  </a:lnTo>
                  <a:lnTo>
                    <a:pt x="5957570" y="47625"/>
                  </a:lnTo>
                  <a:close/>
                </a:path>
                <a:path w="8794115" h="285750">
                  <a:moveTo>
                    <a:pt x="8793607" y="47625"/>
                  </a:moveTo>
                  <a:lnTo>
                    <a:pt x="8789860" y="29095"/>
                  </a:lnTo>
                  <a:lnTo>
                    <a:pt x="8779650" y="13957"/>
                  </a:lnTo>
                  <a:lnTo>
                    <a:pt x="8764511" y="3746"/>
                  </a:lnTo>
                  <a:lnTo>
                    <a:pt x="8745982" y="0"/>
                  </a:lnTo>
                  <a:lnTo>
                    <a:pt x="8555482" y="0"/>
                  </a:lnTo>
                  <a:lnTo>
                    <a:pt x="8536889" y="3746"/>
                  </a:lnTo>
                  <a:lnTo>
                    <a:pt x="8521763" y="13957"/>
                  </a:lnTo>
                  <a:lnTo>
                    <a:pt x="8511578" y="29095"/>
                  </a:lnTo>
                  <a:lnTo>
                    <a:pt x="8507857" y="47625"/>
                  </a:lnTo>
                  <a:lnTo>
                    <a:pt x="8507857" y="238125"/>
                  </a:lnTo>
                  <a:lnTo>
                    <a:pt x="8511578" y="256667"/>
                  </a:lnTo>
                  <a:lnTo>
                    <a:pt x="8521763" y="271805"/>
                  </a:lnTo>
                  <a:lnTo>
                    <a:pt x="8536889" y="282016"/>
                  </a:lnTo>
                  <a:lnTo>
                    <a:pt x="8555482" y="285750"/>
                  </a:lnTo>
                  <a:lnTo>
                    <a:pt x="8745982" y="285750"/>
                  </a:lnTo>
                  <a:lnTo>
                    <a:pt x="8764511" y="282016"/>
                  </a:lnTo>
                  <a:lnTo>
                    <a:pt x="8779650" y="271805"/>
                  </a:lnTo>
                  <a:lnTo>
                    <a:pt x="8789860" y="256667"/>
                  </a:lnTo>
                  <a:lnTo>
                    <a:pt x="8793607" y="238125"/>
                  </a:lnTo>
                  <a:lnTo>
                    <a:pt x="8793607" y="47625"/>
                  </a:lnTo>
                  <a:close/>
                </a:path>
              </a:pathLst>
            </a:custGeom>
            <a:solidFill>
              <a:srgbClr val="0E172A"/>
            </a:solidFill>
          </p:spPr>
          <p:txBody>
            <a:bodyPr wrap="square" lIns="0" tIns="0" rIns="0" bIns="0" rtlCol="0"/>
            <a:lstStyle/>
            <a:p>
              <a:endParaRPr/>
            </a:p>
          </p:txBody>
        </p:sp>
        <p:pic>
          <p:nvPicPr>
            <p:cNvPr id="5" name="object 5"/>
            <p:cNvPicPr/>
            <p:nvPr/>
          </p:nvPicPr>
          <p:blipFill>
            <a:blip r:embed="rId2" cstate="print"/>
            <a:stretch>
              <a:fillRect/>
            </a:stretch>
          </p:blipFill>
          <p:spPr>
            <a:xfrm>
              <a:off x="253212" y="1312036"/>
              <a:ext cx="2183638" cy="2183638"/>
            </a:xfrm>
            <a:prstGeom prst="rect">
              <a:avLst/>
            </a:prstGeom>
          </p:spPr>
        </p:pic>
        <p:pic>
          <p:nvPicPr>
            <p:cNvPr id="6" name="object 6"/>
            <p:cNvPicPr/>
            <p:nvPr/>
          </p:nvPicPr>
          <p:blipFill>
            <a:blip r:embed="rId3" cstate="print"/>
            <a:stretch>
              <a:fillRect/>
            </a:stretch>
          </p:blipFill>
          <p:spPr>
            <a:xfrm>
              <a:off x="3343909" y="1298955"/>
              <a:ext cx="2209800" cy="2209800"/>
            </a:xfrm>
            <a:prstGeom prst="rect">
              <a:avLst/>
            </a:prstGeom>
          </p:spPr>
        </p:pic>
        <p:pic>
          <p:nvPicPr>
            <p:cNvPr id="7" name="object 7"/>
            <p:cNvPicPr/>
            <p:nvPr/>
          </p:nvPicPr>
          <p:blipFill>
            <a:blip r:embed="rId4" cstate="print"/>
            <a:stretch>
              <a:fillRect/>
            </a:stretch>
          </p:blipFill>
          <p:spPr>
            <a:xfrm>
              <a:off x="6637274" y="1312036"/>
              <a:ext cx="2196719" cy="2196719"/>
            </a:xfrm>
            <a:prstGeom prst="rect">
              <a:avLst/>
            </a:prstGeom>
          </p:spPr>
        </p:pic>
        <p:pic>
          <p:nvPicPr>
            <p:cNvPr id="8" name="object 8"/>
            <p:cNvPicPr/>
            <p:nvPr/>
          </p:nvPicPr>
          <p:blipFill>
            <a:blip r:embed="rId5" cstate="print"/>
            <a:stretch>
              <a:fillRect/>
            </a:stretch>
          </p:blipFill>
          <p:spPr>
            <a:xfrm>
              <a:off x="9474073" y="1279525"/>
              <a:ext cx="2240279" cy="2240279"/>
            </a:xfrm>
            <a:prstGeom prst="rect">
              <a:avLst/>
            </a:prstGeom>
          </p:spPr>
        </p:pic>
      </p:grpSp>
      <p:sp>
        <p:nvSpPr>
          <p:cNvPr id="9" name="object 9"/>
          <p:cNvSpPr txBox="1"/>
          <p:nvPr/>
        </p:nvSpPr>
        <p:spPr>
          <a:xfrm>
            <a:off x="1238199" y="3781425"/>
            <a:ext cx="1205865" cy="345440"/>
          </a:xfrm>
          <a:prstGeom prst="rect">
            <a:avLst/>
          </a:prstGeom>
        </p:spPr>
        <p:txBody>
          <a:bodyPr vert="horz" wrap="square" lIns="0" tIns="12700" rIns="0" bIns="0" rtlCol="0">
            <a:spAutoFit/>
          </a:bodyPr>
          <a:lstStyle/>
          <a:p>
            <a:pPr marL="12700">
              <a:lnSpc>
                <a:spcPct val="100000"/>
              </a:lnSpc>
              <a:spcBef>
                <a:spcPts val="100"/>
              </a:spcBef>
            </a:pPr>
            <a:r>
              <a:rPr sz="2100" b="1" spc="-295" dirty="0">
                <a:solidFill>
                  <a:srgbClr val="E1E8EF"/>
                </a:solidFill>
                <a:latin typeface="Tahoma"/>
                <a:cs typeface="Tahoma"/>
              </a:rPr>
              <a:t>AI</a:t>
            </a:r>
            <a:r>
              <a:rPr sz="2100" b="1" spc="-85" dirty="0">
                <a:solidFill>
                  <a:srgbClr val="E1E8EF"/>
                </a:solidFill>
                <a:latin typeface="Tahoma"/>
                <a:cs typeface="Tahoma"/>
              </a:rPr>
              <a:t> </a:t>
            </a:r>
            <a:r>
              <a:rPr sz="2100" b="1" spc="-50" dirty="0">
                <a:solidFill>
                  <a:srgbClr val="E1E8EF"/>
                </a:solidFill>
                <a:latin typeface="Tahoma"/>
                <a:cs typeface="Tahoma"/>
              </a:rPr>
              <a:t>Engine</a:t>
            </a:r>
            <a:endParaRPr sz="2100">
              <a:latin typeface="Tahoma"/>
              <a:cs typeface="Tahoma"/>
            </a:endParaRPr>
          </a:p>
        </p:txBody>
      </p:sp>
      <p:sp>
        <p:nvSpPr>
          <p:cNvPr id="10" name="object 10"/>
          <p:cNvSpPr txBox="1"/>
          <p:nvPr/>
        </p:nvSpPr>
        <p:spPr>
          <a:xfrm>
            <a:off x="960221" y="4415408"/>
            <a:ext cx="1765935" cy="254000"/>
          </a:xfrm>
          <a:prstGeom prst="rect">
            <a:avLst/>
          </a:prstGeom>
        </p:spPr>
        <p:txBody>
          <a:bodyPr vert="horz" wrap="square" lIns="0" tIns="12700" rIns="0" bIns="0" rtlCol="0">
            <a:spAutoFit/>
          </a:bodyPr>
          <a:lstStyle/>
          <a:p>
            <a:pPr marL="12700">
              <a:lnSpc>
                <a:spcPct val="100000"/>
              </a:lnSpc>
              <a:spcBef>
                <a:spcPts val="100"/>
              </a:spcBef>
            </a:pPr>
            <a:r>
              <a:rPr sz="1500" spc="85" dirty="0">
                <a:solidFill>
                  <a:srgbClr val="93A2B8"/>
                </a:solidFill>
                <a:latin typeface="Tahoma"/>
                <a:cs typeface="Tahoma"/>
              </a:rPr>
              <a:t>Decides</a:t>
            </a:r>
            <a:r>
              <a:rPr sz="1500" spc="-25" dirty="0">
                <a:solidFill>
                  <a:srgbClr val="93A2B8"/>
                </a:solidFill>
                <a:latin typeface="Tahoma"/>
                <a:cs typeface="Tahoma"/>
              </a:rPr>
              <a:t> </a:t>
            </a:r>
            <a:r>
              <a:rPr sz="1500" spc="45" dirty="0">
                <a:solidFill>
                  <a:srgbClr val="93A2B8"/>
                </a:solidFill>
                <a:latin typeface="Tahoma"/>
                <a:cs typeface="Tahoma"/>
              </a:rPr>
              <a:t>movement</a:t>
            </a:r>
            <a:endParaRPr sz="1500">
              <a:latin typeface="Tahoma"/>
              <a:cs typeface="Tahoma"/>
            </a:endParaRPr>
          </a:p>
        </p:txBody>
      </p:sp>
      <p:sp>
        <p:nvSpPr>
          <p:cNvPr id="11" name="object 11"/>
          <p:cNvSpPr txBox="1"/>
          <p:nvPr/>
        </p:nvSpPr>
        <p:spPr>
          <a:xfrm>
            <a:off x="4161535" y="3781425"/>
            <a:ext cx="1034415" cy="345440"/>
          </a:xfrm>
          <a:prstGeom prst="rect">
            <a:avLst/>
          </a:prstGeom>
        </p:spPr>
        <p:txBody>
          <a:bodyPr vert="horz" wrap="square" lIns="0" tIns="12700" rIns="0" bIns="0" rtlCol="0">
            <a:spAutoFit/>
          </a:bodyPr>
          <a:lstStyle/>
          <a:p>
            <a:pPr marL="12700">
              <a:lnSpc>
                <a:spcPct val="100000"/>
              </a:lnSpc>
              <a:spcBef>
                <a:spcPts val="100"/>
              </a:spcBef>
            </a:pPr>
            <a:r>
              <a:rPr sz="2100" b="1" spc="-55" dirty="0">
                <a:solidFill>
                  <a:srgbClr val="E1E8EF"/>
                </a:solidFill>
                <a:latin typeface="Tahoma"/>
                <a:cs typeface="Tahoma"/>
              </a:rPr>
              <a:t>Arduino</a:t>
            </a:r>
            <a:endParaRPr sz="2100">
              <a:latin typeface="Tahoma"/>
              <a:cs typeface="Tahoma"/>
            </a:endParaRPr>
          </a:p>
        </p:txBody>
      </p:sp>
      <p:sp>
        <p:nvSpPr>
          <p:cNvPr id="12" name="object 12"/>
          <p:cNvSpPr txBox="1"/>
          <p:nvPr/>
        </p:nvSpPr>
        <p:spPr>
          <a:xfrm>
            <a:off x="3747896" y="4415408"/>
            <a:ext cx="1859914" cy="254000"/>
          </a:xfrm>
          <a:prstGeom prst="rect">
            <a:avLst/>
          </a:prstGeom>
        </p:spPr>
        <p:txBody>
          <a:bodyPr vert="horz" wrap="square" lIns="0" tIns="12700" rIns="0" bIns="0" rtlCol="0">
            <a:spAutoFit/>
          </a:bodyPr>
          <a:lstStyle/>
          <a:p>
            <a:pPr marL="12700">
              <a:lnSpc>
                <a:spcPct val="100000"/>
              </a:lnSpc>
              <a:spcBef>
                <a:spcPts val="100"/>
              </a:spcBef>
            </a:pPr>
            <a:r>
              <a:rPr sz="1500" spc="80" dirty="0">
                <a:solidFill>
                  <a:srgbClr val="93A2B8"/>
                </a:solidFill>
                <a:latin typeface="Tahoma"/>
                <a:cs typeface="Tahoma"/>
              </a:rPr>
              <a:t>Receives</a:t>
            </a:r>
            <a:r>
              <a:rPr sz="1500" spc="-25" dirty="0">
                <a:solidFill>
                  <a:srgbClr val="93A2B8"/>
                </a:solidFill>
                <a:latin typeface="Tahoma"/>
                <a:cs typeface="Tahoma"/>
              </a:rPr>
              <a:t> </a:t>
            </a:r>
            <a:r>
              <a:rPr sz="1500" spc="85" dirty="0">
                <a:solidFill>
                  <a:srgbClr val="93A2B8"/>
                </a:solidFill>
                <a:latin typeface="Tahoma"/>
                <a:cs typeface="Tahoma"/>
              </a:rPr>
              <a:t>UART</a:t>
            </a:r>
            <a:r>
              <a:rPr sz="1500" spc="-30" dirty="0">
                <a:solidFill>
                  <a:srgbClr val="93A2B8"/>
                </a:solidFill>
                <a:latin typeface="Tahoma"/>
                <a:cs typeface="Tahoma"/>
              </a:rPr>
              <a:t> </a:t>
            </a:r>
            <a:r>
              <a:rPr sz="1500" spc="70" dirty="0">
                <a:solidFill>
                  <a:srgbClr val="93A2B8"/>
                </a:solidFill>
                <a:latin typeface="Tahoma"/>
                <a:cs typeface="Tahoma"/>
              </a:rPr>
              <a:t>cmd</a:t>
            </a:r>
            <a:endParaRPr sz="1500">
              <a:latin typeface="Tahoma"/>
              <a:cs typeface="Tahoma"/>
            </a:endParaRPr>
          </a:p>
        </p:txBody>
      </p:sp>
      <p:sp>
        <p:nvSpPr>
          <p:cNvPr id="13" name="object 13"/>
          <p:cNvSpPr txBox="1"/>
          <p:nvPr/>
        </p:nvSpPr>
        <p:spPr>
          <a:xfrm>
            <a:off x="6683756" y="3781425"/>
            <a:ext cx="1662430" cy="345440"/>
          </a:xfrm>
          <a:prstGeom prst="rect">
            <a:avLst/>
          </a:prstGeom>
        </p:spPr>
        <p:txBody>
          <a:bodyPr vert="horz" wrap="square" lIns="0" tIns="12700" rIns="0" bIns="0" rtlCol="0">
            <a:spAutoFit/>
          </a:bodyPr>
          <a:lstStyle/>
          <a:p>
            <a:pPr marL="12700">
              <a:lnSpc>
                <a:spcPct val="100000"/>
              </a:lnSpc>
              <a:spcBef>
                <a:spcPts val="100"/>
              </a:spcBef>
            </a:pPr>
            <a:r>
              <a:rPr sz="2100" b="1" spc="-100" dirty="0">
                <a:solidFill>
                  <a:srgbClr val="E1E8EF"/>
                </a:solidFill>
                <a:latin typeface="Tahoma"/>
                <a:cs typeface="Tahoma"/>
              </a:rPr>
              <a:t>L298N</a:t>
            </a:r>
            <a:r>
              <a:rPr sz="2100" b="1" spc="-50" dirty="0">
                <a:solidFill>
                  <a:srgbClr val="E1E8EF"/>
                </a:solidFill>
                <a:latin typeface="Tahoma"/>
                <a:cs typeface="Tahoma"/>
              </a:rPr>
              <a:t> </a:t>
            </a:r>
            <a:r>
              <a:rPr sz="2100" b="1" spc="-85" dirty="0">
                <a:solidFill>
                  <a:srgbClr val="E1E8EF"/>
                </a:solidFill>
                <a:latin typeface="Tahoma"/>
                <a:cs typeface="Tahoma"/>
              </a:rPr>
              <a:t>Driver</a:t>
            </a:r>
            <a:endParaRPr sz="2100">
              <a:latin typeface="Tahoma"/>
              <a:cs typeface="Tahoma"/>
            </a:endParaRPr>
          </a:p>
        </p:txBody>
      </p:sp>
      <p:sp>
        <p:nvSpPr>
          <p:cNvPr id="14" name="object 14"/>
          <p:cNvSpPr txBox="1"/>
          <p:nvPr/>
        </p:nvSpPr>
        <p:spPr>
          <a:xfrm>
            <a:off x="6745605" y="4415408"/>
            <a:ext cx="1538605"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3A2B8"/>
                </a:solidFill>
                <a:latin typeface="Tahoma"/>
                <a:cs typeface="Tahoma"/>
              </a:rPr>
              <a:t>Regulates</a:t>
            </a:r>
            <a:r>
              <a:rPr sz="1500" spc="-15" dirty="0">
                <a:solidFill>
                  <a:srgbClr val="93A2B8"/>
                </a:solidFill>
                <a:latin typeface="Tahoma"/>
                <a:cs typeface="Tahoma"/>
              </a:rPr>
              <a:t> </a:t>
            </a:r>
            <a:r>
              <a:rPr sz="1500" spc="60" dirty="0">
                <a:solidFill>
                  <a:srgbClr val="93A2B8"/>
                </a:solidFill>
                <a:latin typeface="Tahoma"/>
                <a:cs typeface="Tahoma"/>
              </a:rPr>
              <a:t>power</a:t>
            </a:r>
            <a:endParaRPr sz="1500">
              <a:latin typeface="Tahoma"/>
              <a:cs typeface="Tahoma"/>
            </a:endParaRPr>
          </a:p>
        </p:txBody>
      </p:sp>
      <p:sp>
        <p:nvSpPr>
          <p:cNvPr id="15" name="object 15"/>
          <p:cNvSpPr txBox="1"/>
          <p:nvPr/>
        </p:nvSpPr>
        <p:spPr>
          <a:xfrm>
            <a:off x="9664954" y="3781425"/>
            <a:ext cx="1370965" cy="345440"/>
          </a:xfrm>
          <a:prstGeom prst="rect">
            <a:avLst/>
          </a:prstGeom>
        </p:spPr>
        <p:txBody>
          <a:bodyPr vert="horz" wrap="square" lIns="0" tIns="12700" rIns="0" bIns="0" rtlCol="0">
            <a:spAutoFit/>
          </a:bodyPr>
          <a:lstStyle/>
          <a:p>
            <a:pPr marL="12700">
              <a:lnSpc>
                <a:spcPct val="100000"/>
              </a:lnSpc>
              <a:spcBef>
                <a:spcPts val="100"/>
              </a:spcBef>
            </a:pPr>
            <a:r>
              <a:rPr sz="2100" b="1" spc="-125" dirty="0">
                <a:solidFill>
                  <a:srgbClr val="E1E8EF"/>
                </a:solidFill>
                <a:latin typeface="Tahoma"/>
                <a:cs typeface="Tahoma"/>
              </a:rPr>
              <a:t>DC</a:t>
            </a:r>
            <a:r>
              <a:rPr sz="2100" b="1" spc="-70" dirty="0">
                <a:solidFill>
                  <a:srgbClr val="E1E8EF"/>
                </a:solidFill>
                <a:latin typeface="Tahoma"/>
                <a:cs typeface="Tahoma"/>
              </a:rPr>
              <a:t> </a:t>
            </a:r>
            <a:r>
              <a:rPr sz="2100" b="1" spc="-10" dirty="0">
                <a:solidFill>
                  <a:srgbClr val="E1E8EF"/>
                </a:solidFill>
                <a:latin typeface="Tahoma"/>
                <a:cs typeface="Tahoma"/>
              </a:rPr>
              <a:t>Motors</a:t>
            </a:r>
            <a:endParaRPr sz="2100">
              <a:latin typeface="Tahoma"/>
              <a:cs typeface="Tahoma"/>
            </a:endParaRPr>
          </a:p>
        </p:txBody>
      </p:sp>
      <p:sp>
        <p:nvSpPr>
          <p:cNvPr id="16" name="object 16"/>
          <p:cNvSpPr txBox="1"/>
          <p:nvPr/>
        </p:nvSpPr>
        <p:spPr>
          <a:xfrm>
            <a:off x="9641585" y="4415408"/>
            <a:ext cx="1420495" cy="254000"/>
          </a:xfrm>
          <a:prstGeom prst="rect">
            <a:avLst/>
          </a:prstGeom>
        </p:spPr>
        <p:txBody>
          <a:bodyPr vert="horz" wrap="square" lIns="0" tIns="12700" rIns="0" bIns="0" rtlCol="0">
            <a:spAutoFit/>
          </a:bodyPr>
          <a:lstStyle/>
          <a:p>
            <a:pPr marL="12700">
              <a:lnSpc>
                <a:spcPct val="100000"/>
              </a:lnSpc>
              <a:spcBef>
                <a:spcPts val="100"/>
              </a:spcBef>
            </a:pPr>
            <a:r>
              <a:rPr sz="1500" spc="70" dirty="0">
                <a:solidFill>
                  <a:srgbClr val="93A2B8"/>
                </a:solidFill>
                <a:latin typeface="Tahoma"/>
                <a:cs typeface="Tahoma"/>
              </a:rPr>
              <a:t>Execute</a:t>
            </a:r>
            <a:r>
              <a:rPr sz="1500" spc="-35" dirty="0">
                <a:solidFill>
                  <a:srgbClr val="93A2B8"/>
                </a:solidFill>
                <a:latin typeface="Tahoma"/>
                <a:cs typeface="Tahoma"/>
              </a:rPr>
              <a:t> </a:t>
            </a:r>
            <a:r>
              <a:rPr sz="1500" spc="-10" dirty="0">
                <a:solidFill>
                  <a:srgbClr val="93A2B8"/>
                </a:solidFill>
                <a:latin typeface="Tahoma"/>
                <a:cs typeface="Tahoma"/>
              </a:rPr>
              <a:t>motion</a:t>
            </a:r>
            <a:endParaRPr sz="1500">
              <a:latin typeface="Tahoma"/>
              <a:cs typeface="Tahoma"/>
            </a:endParaRPr>
          </a:p>
        </p:txBody>
      </p:sp>
      <p:sp>
        <p:nvSpPr>
          <p:cNvPr id="17" name="object 17"/>
          <p:cNvSpPr txBox="1">
            <a:spLocks noGrp="1"/>
          </p:cNvSpPr>
          <p:nvPr>
            <p:ph type="title"/>
          </p:nvPr>
        </p:nvSpPr>
        <p:spPr>
          <a:xfrm>
            <a:off x="558800" y="533146"/>
            <a:ext cx="4933950" cy="506730"/>
          </a:xfrm>
          <a:prstGeom prst="rect">
            <a:avLst/>
          </a:prstGeom>
        </p:spPr>
        <p:txBody>
          <a:bodyPr vert="horz" wrap="square" lIns="0" tIns="13335" rIns="0" bIns="0" rtlCol="0">
            <a:spAutoFit/>
          </a:bodyPr>
          <a:lstStyle/>
          <a:p>
            <a:pPr marL="12700">
              <a:lnSpc>
                <a:spcPct val="100000"/>
              </a:lnSpc>
              <a:spcBef>
                <a:spcPts val="105"/>
              </a:spcBef>
            </a:pPr>
            <a:r>
              <a:rPr spc="-50" dirty="0"/>
              <a:t>Precision</a:t>
            </a:r>
            <a:r>
              <a:rPr spc="-130" dirty="0"/>
              <a:t> </a:t>
            </a:r>
            <a:r>
              <a:rPr spc="-90" dirty="0"/>
              <a:t>Movement</a:t>
            </a:r>
            <a:r>
              <a:rPr spc="-120" dirty="0"/>
              <a:t> </a:t>
            </a:r>
            <a:r>
              <a:rPr spc="-105" dirty="0"/>
              <a:t>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500" y="1966912"/>
            <a:ext cx="5286375" cy="3810000"/>
          </a:xfrm>
          <a:prstGeom prst="rect">
            <a:avLst/>
          </a:prstGeom>
        </p:spPr>
      </p:pic>
      <p:sp>
        <p:nvSpPr>
          <p:cNvPr id="3" name="object 3"/>
          <p:cNvSpPr txBox="1"/>
          <p:nvPr/>
        </p:nvSpPr>
        <p:spPr>
          <a:xfrm>
            <a:off x="6322314" y="2566238"/>
            <a:ext cx="4561205" cy="1254760"/>
          </a:xfrm>
          <a:prstGeom prst="rect">
            <a:avLst/>
          </a:prstGeom>
        </p:spPr>
        <p:txBody>
          <a:bodyPr vert="horz" wrap="square" lIns="0" tIns="12700" rIns="0" bIns="0" rtlCol="0">
            <a:spAutoFit/>
          </a:bodyPr>
          <a:lstStyle/>
          <a:p>
            <a:pPr marL="12700">
              <a:lnSpc>
                <a:spcPct val="100000"/>
              </a:lnSpc>
              <a:spcBef>
                <a:spcPts val="100"/>
              </a:spcBef>
            </a:pPr>
            <a:r>
              <a:rPr sz="2100" b="1" spc="-100" dirty="0">
                <a:solidFill>
                  <a:srgbClr val="E1E8EF"/>
                </a:solidFill>
                <a:latin typeface="Tahoma"/>
                <a:cs typeface="Tahoma"/>
              </a:rPr>
              <a:t>Command</a:t>
            </a:r>
            <a:r>
              <a:rPr sz="2100" b="1" spc="-45" dirty="0">
                <a:solidFill>
                  <a:srgbClr val="E1E8EF"/>
                </a:solidFill>
                <a:latin typeface="Tahoma"/>
                <a:cs typeface="Tahoma"/>
              </a:rPr>
              <a:t> </a:t>
            </a:r>
            <a:r>
              <a:rPr sz="2100" b="1" spc="-10" dirty="0">
                <a:solidFill>
                  <a:srgbClr val="E1E8EF"/>
                </a:solidFill>
                <a:latin typeface="Tahoma"/>
                <a:cs typeface="Tahoma"/>
              </a:rPr>
              <a:t>Translation</a:t>
            </a:r>
            <a:endParaRPr sz="2100">
              <a:latin typeface="Tahoma"/>
              <a:cs typeface="Tahoma"/>
            </a:endParaRPr>
          </a:p>
          <a:p>
            <a:pPr marL="12700" marR="5080">
              <a:lnSpc>
                <a:spcPct val="160000"/>
              </a:lnSpc>
              <a:spcBef>
                <a:spcPts val="1395"/>
              </a:spcBef>
            </a:pPr>
            <a:r>
              <a:rPr sz="1500" spc="60" dirty="0">
                <a:solidFill>
                  <a:srgbClr val="93A2B8"/>
                </a:solidFill>
                <a:latin typeface="Tahoma"/>
                <a:cs typeface="Tahoma"/>
              </a:rPr>
              <a:t>Shibu</a:t>
            </a:r>
            <a:r>
              <a:rPr sz="1500" spc="75" dirty="0">
                <a:solidFill>
                  <a:srgbClr val="93A2B8"/>
                </a:solidFill>
                <a:latin typeface="Tahoma"/>
                <a:cs typeface="Tahoma"/>
              </a:rPr>
              <a:t> </a:t>
            </a:r>
            <a:r>
              <a:rPr sz="1500" spc="10" dirty="0">
                <a:solidFill>
                  <a:srgbClr val="93A2B8"/>
                </a:solidFill>
                <a:latin typeface="Tahoma"/>
                <a:cs typeface="Tahoma"/>
              </a:rPr>
              <a:t>translates</a:t>
            </a:r>
            <a:r>
              <a:rPr sz="1500" spc="45" dirty="0">
                <a:solidFill>
                  <a:srgbClr val="93A2B8"/>
                </a:solidFill>
                <a:latin typeface="Tahoma"/>
                <a:cs typeface="Tahoma"/>
              </a:rPr>
              <a:t> </a:t>
            </a:r>
            <a:r>
              <a:rPr sz="1500" spc="75" dirty="0">
                <a:solidFill>
                  <a:srgbClr val="93A2B8"/>
                </a:solidFill>
                <a:latin typeface="Tahoma"/>
                <a:cs typeface="Tahoma"/>
              </a:rPr>
              <a:t>complex</a:t>
            </a:r>
            <a:r>
              <a:rPr sz="1500" spc="95" dirty="0">
                <a:solidFill>
                  <a:srgbClr val="93A2B8"/>
                </a:solidFill>
                <a:latin typeface="Tahoma"/>
                <a:cs typeface="Tahoma"/>
              </a:rPr>
              <a:t> </a:t>
            </a:r>
            <a:r>
              <a:rPr sz="1500" spc="10" dirty="0">
                <a:solidFill>
                  <a:srgbClr val="93A2B8"/>
                </a:solidFill>
                <a:latin typeface="Tahoma"/>
                <a:cs typeface="Tahoma"/>
              </a:rPr>
              <a:t>AI</a:t>
            </a:r>
            <a:r>
              <a:rPr sz="1500" spc="80" dirty="0">
                <a:solidFill>
                  <a:srgbClr val="93A2B8"/>
                </a:solidFill>
                <a:latin typeface="Tahoma"/>
                <a:cs typeface="Tahoma"/>
              </a:rPr>
              <a:t> </a:t>
            </a:r>
            <a:r>
              <a:rPr sz="1500" spc="10" dirty="0">
                <a:solidFill>
                  <a:srgbClr val="93A2B8"/>
                </a:solidFill>
                <a:latin typeface="Tahoma"/>
                <a:cs typeface="Tahoma"/>
              </a:rPr>
              <a:t>thoughts</a:t>
            </a:r>
            <a:r>
              <a:rPr sz="1500" spc="60" dirty="0">
                <a:solidFill>
                  <a:srgbClr val="93A2B8"/>
                </a:solidFill>
                <a:latin typeface="Tahoma"/>
                <a:cs typeface="Tahoma"/>
              </a:rPr>
              <a:t> </a:t>
            </a:r>
            <a:r>
              <a:rPr sz="1500" spc="10" dirty="0">
                <a:solidFill>
                  <a:srgbClr val="93A2B8"/>
                </a:solidFill>
                <a:latin typeface="Tahoma"/>
                <a:cs typeface="Tahoma"/>
              </a:rPr>
              <a:t>into</a:t>
            </a:r>
            <a:r>
              <a:rPr sz="1500" spc="90" dirty="0">
                <a:solidFill>
                  <a:srgbClr val="93A2B8"/>
                </a:solidFill>
                <a:latin typeface="Tahoma"/>
                <a:cs typeface="Tahoma"/>
              </a:rPr>
              <a:t> </a:t>
            </a:r>
            <a:r>
              <a:rPr sz="1500" spc="55" dirty="0">
                <a:solidFill>
                  <a:srgbClr val="93A2B8"/>
                </a:solidFill>
                <a:latin typeface="Tahoma"/>
                <a:cs typeface="Tahoma"/>
              </a:rPr>
              <a:t>physical </a:t>
            </a:r>
            <a:r>
              <a:rPr sz="1500" spc="50" dirty="0">
                <a:solidFill>
                  <a:srgbClr val="93A2B8"/>
                </a:solidFill>
                <a:latin typeface="Tahoma"/>
                <a:cs typeface="Tahoma"/>
              </a:rPr>
              <a:t>movement</a:t>
            </a:r>
            <a:r>
              <a:rPr sz="1500" spc="-35" dirty="0">
                <a:solidFill>
                  <a:srgbClr val="93A2B8"/>
                </a:solidFill>
                <a:latin typeface="Tahoma"/>
                <a:cs typeface="Tahoma"/>
              </a:rPr>
              <a:t> </a:t>
            </a:r>
            <a:r>
              <a:rPr sz="1500" spc="75" dirty="0">
                <a:solidFill>
                  <a:srgbClr val="93A2B8"/>
                </a:solidFill>
                <a:latin typeface="Tahoma"/>
                <a:cs typeface="Tahoma"/>
              </a:rPr>
              <a:t>codes.</a:t>
            </a:r>
            <a:endParaRPr sz="1500">
              <a:latin typeface="Tahoma"/>
              <a:cs typeface="Tahoma"/>
            </a:endParaRPr>
          </a:p>
        </p:txBody>
      </p:sp>
      <p:sp>
        <p:nvSpPr>
          <p:cNvPr id="4" name="object 4"/>
          <p:cNvSpPr txBox="1"/>
          <p:nvPr/>
        </p:nvSpPr>
        <p:spPr>
          <a:xfrm>
            <a:off x="6531991" y="3871341"/>
            <a:ext cx="196215" cy="1283335"/>
          </a:xfrm>
          <a:prstGeom prst="rect">
            <a:avLst/>
          </a:prstGeom>
        </p:spPr>
        <p:txBody>
          <a:bodyPr vert="horz" wrap="square" lIns="0" tIns="12700" rIns="0" bIns="0" rtlCol="0">
            <a:spAutoFit/>
          </a:bodyPr>
          <a:lstStyle/>
          <a:p>
            <a:pPr marL="50800">
              <a:lnSpc>
                <a:spcPct val="100000"/>
              </a:lnSpc>
              <a:spcBef>
                <a:spcPts val="100"/>
              </a:spcBef>
            </a:pPr>
            <a:r>
              <a:rPr sz="1500" spc="-90" dirty="0">
                <a:solidFill>
                  <a:srgbClr val="93A2B8"/>
                </a:solidFill>
                <a:latin typeface="Tahoma"/>
                <a:cs typeface="Tahoma"/>
              </a:rPr>
              <a:t>1.</a:t>
            </a:r>
            <a:endParaRPr sz="1500">
              <a:latin typeface="Tahoma"/>
              <a:cs typeface="Tahoma"/>
            </a:endParaRPr>
          </a:p>
          <a:p>
            <a:pPr marL="12700">
              <a:lnSpc>
                <a:spcPct val="100000"/>
              </a:lnSpc>
              <a:spcBef>
                <a:spcPts val="1350"/>
              </a:spcBef>
            </a:pPr>
            <a:r>
              <a:rPr sz="1500" spc="-25" dirty="0">
                <a:solidFill>
                  <a:srgbClr val="93A2B8"/>
                </a:solidFill>
                <a:latin typeface="Tahoma"/>
                <a:cs typeface="Tahoma"/>
              </a:rPr>
              <a:t>2.</a:t>
            </a:r>
            <a:endParaRPr sz="1500">
              <a:latin typeface="Tahoma"/>
              <a:cs typeface="Tahoma"/>
            </a:endParaRPr>
          </a:p>
          <a:p>
            <a:pPr marL="12700">
              <a:lnSpc>
                <a:spcPct val="100000"/>
              </a:lnSpc>
              <a:spcBef>
                <a:spcPts val="1350"/>
              </a:spcBef>
            </a:pPr>
            <a:r>
              <a:rPr sz="1500" spc="45" dirty="0">
                <a:solidFill>
                  <a:srgbClr val="93A2B8"/>
                </a:solidFill>
                <a:latin typeface="Tahoma"/>
                <a:cs typeface="Tahoma"/>
              </a:rPr>
              <a:t>3</a:t>
            </a:r>
            <a:endParaRPr sz="1500">
              <a:latin typeface="Tahoma"/>
              <a:cs typeface="Tahoma"/>
            </a:endParaRPr>
          </a:p>
          <a:p>
            <a:pPr marL="12700">
              <a:lnSpc>
                <a:spcPct val="100000"/>
              </a:lnSpc>
            </a:pPr>
            <a:r>
              <a:rPr sz="1500" spc="-50" dirty="0">
                <a:solidFill>
                  <a:srgbClr val="93A2B8"/>
                </a:solidFill>
                <a:latin typeface="Tahoma"/>
                <a:cs typeface="Tahoma"/>
              </a:rPr>
              <a:t>.</a:t>
            </a:r>
            <a:endParaRPr sz="1500">
              <a:latin typeface="Tahoma"/>
              <a:cs typeface="Tahoma"/>
            </a:endParaRPr>
          </a:p>
        </p:txBody>
      </p:sp>
      <p:sp>
        <p:nvSpPr>
          <p:cNvPr id="5" name="object 5"/>
          <p:cNvSpPr txBox="1"/>
          <p:nvPr/>
        </p:nvSpPr>
        <p:spPr>
          <a:xfrm>
            <a:off x="6836791" y="3962780"/>
            <a:ext cx="4136390" cy="1054735"/>
          </a:xfrm>
          <a:prstGeom prst="rect">
            <a:avLst/>
          </a:prstGeom>
        </p:spPr>
        <p:txBody>
          <a:bodyPr vert="horz" wrap="square" lIns="0" tIns="12700" rIns="0" bIns="0" rtlCol="0">
            <a:spAutoFit/>
          </a:bodyPr>
          <a:lstStyle/>
          <a:p>
            <a:pPr marL="12700">
              <a:lnSpc>
                <a:spcPct val="100000"/>
              </a:lnSpc>
              <a:spcBef>
                <a:spcPts val="100"/>
              </a:spcBef>
            </a:pPr>
            <a:r>
              <a:rPr sz="1500" b="1" spc="-95" dirty="0">
                <a:solidFill>
                  <a:srgbClr val="93A2B8"/>
                </a:solidFill>
                <a:latin typeface="Tahoma"/>
                <a:cs typeface="Tahoma"/>
              </a:rPr>
              <a:t>Intent </a:t>
            </a:r>
            <a:r>
              <a:rPr sz="1500" b="1" spc="-20" dirty="0">
                <a:solidFill>
                  <a:srgbClr val="93A2B8"/>
                </a:solidFill>
                <a:latin typeface="Tahoma"/>
                <a:cs typeface="Tahoma"/>
              </a:rPr>
              <a:t>Parsing:</a:t>
            </a:r>
            <a:r>
              <a:rPr sz="1500" b="1" spc="-5" dirty="0">
                <a:solidFill>
                  <a:srgbClr val="93A2B8"/>
                </a:solidFill>
                <a:latin typeface="Tahoma"/>
                <a:cs typeface="Tahoma"/>
              </a:rPr>
              <a:t> </a:t>
            </a:r>
            <a:r>
              <a:rPr sz="1500" dirty="0">
                <a:solidFill>
                  <a:srgbClr val="93A2B8"/>
                </a:solidFill>
                <a:latin typeface="Tahoma"/>
                <a:cs typeface="Tahoma"/>
              </a:rPr>
              <a:t>AI</a:t>
            </a:r>
            <a:r>
              <a:rPr sz="1500" spc="-55" dirty="0">
                <a:solidFill>
                  <a:srgbClr val="93A2B8"/>
                </a:solidFill>
                <a:latin typeface="Tahoma"/>
                <a:cs typeface="Tahoma"/>
              </a:rPr>
              <a:t> </a:t>
            </a:r>
            <a:r>
              <a:rPr sz="1500" spc="50" dirty="0">
                <a:solidFill>
                  <a:srgbClr val="93A2B8"/>
                </a:solidFill>
                <a:latin typeface="Tahoma"/>
                <a:cs typeface="Tahoma"/>
              </a:rPr>
              <a:t>identifies</a:t>
            </a:r>
            <a:r>
              <a:rPr sz="1500" spc="-60" dirty="0">
                <a:solidFill>
                  <a:srgbClr val="93A2B8"/>
                </a:solidFill>
                <a:latin typeface="Tahoma"/>
                <a:cs typeface="Tahoma"/>
              </a:rPr>
              <a:t> </a:t>
            </a:r>
            <a:r>
              <a:rPr sz="1500" spc="90" dirty="0">
                <a:solidFill>
                  <a:srgbClr val="93A2B8"/>
                </a:solidFill>
                <a:latin typeface="Tahoma"/>
                <a:cs typeface="Tahoma"/>
              </a:rPr>
              <a:t>"Come</a:t>
            </a:r>
            <a:r>
              <a:rPr sz="1500" spc="-30" dirty="0">
                <a:solidFill>
                  <a:srgbClr val="93A2B8"/>
                </a:solidFill>
                <a:latin typeface="Tahoma"/>
                <a:cs typeface="Tahoma"/>
              </a:rPr>
              <a:t> </a:t>
            </a:r>
            <a:r>
              <a:rPr sz="1500" spc="-10" dirty="0">
                <a:solidFill>
                  <a:srgbClr val="93A2B8"/>
                </a:solidFill>
                <a:latin typeface="Tahoma"/>
                <a:cs typeface="Tahoma"/>
              </a:rPr>
              <a:t>here".</a:t>
            </a:r>
            <a:endParaRPr sz="1500">
              <a:latin typeface="Tahoma"/>
              <a:cs typeface="Tahoma"/>
            </a:endParaRPr>
          </a:p>
          <a:p>
            <a:pPr marL="50800">
              <a:lnSpc>
                <a:spcPct val="100000"/>
              </a:lnSpc>
              <a:spcBef>
                <a:spcPts val="1350"/>
              </a:spcBef>
            </a:pPr>
            <a:r>
              <a:rPr sz="1500" b="1" spc="-20" dirty="0">
                <a:solidFill>
                  <a:srgbClr val="93A2B8"/>
                </a:solidFill>
                <a:latin typeface="Tahoma"/>
                <a:cs typeface="Tahoma"/>
              </a:rPr>
              <a:t>Lookup:</a:t>
            </a:r>
            <a:r>
              <a:rPr sz="1500" b="1" spc="-15" dirty="0">
                <a:solidFill>
                  <a:srgbClr val="93A2B8"/>
                </a:solidFill>
                <a:latin typeface="Tahoma"/>
                <a:cs typeface="Tahoma"/>
              </a:rPr>
              <a:t> </a:t>
            </a:r>
            <a:r>
              <a:rPr sz="1500" spc="70" dirty="0">
                <a:solidFill>
                  <a:srgbClr val="93A2B8"/>
                </a:solidFill>
                <a:latin typeface="Tahoma"/>
                <a:cs typeface="Tahoma"/>
              </a:rPr>
              <a:t>Finds</a:t>
            </a:r>
            <a:r>
              <a:rPr sz="1500" spc="-65" dirty="0">
                <a:solidFill>
                  <a:srgbClr val="93A2B8"/>
                </a:solidFill>
                <a:latin typeface="Tahoma"/>
                <a:cs typeface="Tahoma"/>
              </a:rPr>
              <a:t> </a:t>
            </a:r>
            <a:r>
              <a:rPr sz="1500" spc="85" dirty="0">
                <a:solidFill>
                  <a:srgbClr val="93A2B8"/>
                </a:solidFill>
                <a:latin typeface="Tahoma"/>
                <a:cs typeface="Tahoma"/>
              </a:rPr>
              <a:t>'FORWARD'</a:t>
            </a:r>
            <a:r>
              <a:rPr sz="1500" spc="-30" dirty="0">
                <a:solidFill>
                  <a:srgbClr val="93A2B8"/>
                </a:solidFill>
                <a:latin typeface="Tahoma"/>
                <a:cs typeface="Tahoma"/>
              </a:rPr>
              <a:t> </a:t>
            </a:r>
            <a:r>
              <a:rPr sz="1500" spc="45" dirty="0">
                <a:solidFill>
                  <a:srgbClr val="93A2B8"/>
                </a:solidFill>
                <a:latin typeface="Tahoma"/>
                <a:cs typeface="Tahoma"/>
              </a:rPr>
              <a:t>command.</a:t>
            </a:r>
            <a:endParaRPr sz="1500">
              <a:latin typeface="Tahoma"/>
              <a:cs typeface="Tahoma"/>
            </a:endParaRPr>
          </a:p>
          <a:p>
            <a:pPr marL="50800">
              <a:lnSpc>
                <a:spcPct val="100000"/>
              </a:lnSpc>
              <a:spcBef>
                <a:spcPts val="1350"/>
              </a:spcBef>
            </a:pPr>
            <a:r>
              <a:rPr sz="1500" b="1" spc="-25" dirty="0">
                <a:solidFill>
                  <a:srgbClr val="93A2B8"/>
                </a:solidFill>
                <a:latin typeface="Tahoma"/>
                <a:cs typeface="Tahoma"/>
              </a:rPr>
              <a:t>Execution:</a:t>
            </a:r>
            <a:r>
              <a:rPr sz="1500" b="1" spc="5" dirty="0">
                <a:solidFill>
                  <a:srgbClr val="93A2B8"/>
                </a:solidFill>
                <a:latin typeface="Tahoma"/>
                <a:cs typeface="Tahoma"/>
              </a:rPr>
              <a:t> </a:t>
            </a:r>
            <a:r>
              <a:rPr sz="1500" spc="85" dirty="0">
                <a:solidFill>
                  <a:srgbClr val="93A2B8"/>
                </a:solidFill>
                <a:latin typeface="Tahoma"/>
                <a:cs typeface="Tahoma"/>
              </a:rPr>
              <a:t>Sends</a:t>
            </a:r>
            <a:r>
              <a:rPr sz="1500" spc="-30" dirty="0">
                <a:solidFill>
                  <a:srgbClr val="93A2B8"/>
                </a:solidFill>
                <a:latin typeface="Tahoma"/>
                <a:cs typeface="Tahoma"/>
              </a:rPr>
              <a:t> </a:t>
            </a:r>
            <a:r>
              <a:rPr sz="1500" spc="60" dirty="0">
                <a:solidFill>
                  <a:srgbClr val="93A2B8"/>
                </a:solidFill>
                <a:latin typeface="Tahoma"/>
                <a:cs typeface="Tahoma"/>
              </a:rPr>
              <a:t>character</a:t>
            </a:r>
            <a:r>
              <a:rPr sz="1500" spc="-20" dirty="0">
                <a:solidFill>
                  <a:srgbClr val="93A2B8"/>
                </a:solidFill>
                <a:latin typeface="Tahoma"/>
                <a:cs typeface="Tahoma"/>
              </a:rPr>
              <a:t> </a:t>
            </a:r>
            <a:r>
              <a:rPr sz="1500" spc="105" dirty="0">
                <a:solidFill>
                  <a:srgbClr val="93A2B8"/>
                </a:solidFill>
                <a:latin typeface="Tahoma"/>
                <a:cs typeface="Tahoma"/>
              </a:rPr>
              <a:t>code</a:t>
            </a:r>
            <a:r>
              <a:rPr sz="1500" spc="-30" dirty="0">
                <a:solidFill>
                  <a:srgbClr val="93A2B8"/>
                </a:solidFill>
                <a:latin typeface="Tahoma"/>
                <a:cs typeface="Tahoma"/>
              </a:rPr>
              <a:t> </a:t>
            </a:r>
            <a:r>
              <a:rPr sz="1500" dirty="0">
                <a:solidFill>
                  <a:srgbClr val="93A2B8"/>
                </a:solidFill>
                <a:latin typeface="Tahoma"/>
                <a:cs typeface="Tahoma"/>
              </a:rPr>
              <a:t>to</a:t>
            </a:r>
            <a:r>
              <a:rPr sz="1500" spc="-30" dirty="0">
                <a:solidFill>
                  <a:srgbClr val="93A2B8"/>
                </a:solidFill>
                <a:latin typeface="Tahoma"/>
                <a:cs typeface="Tahoma"/>
              </a:rPr>
              <a:t> </a:t>
            </a:r>
            <a:r>
              <a:rPr sz="1500" spc="40" dirty="0">
                <a:solidFill>
                  <a:srgbClr val="93A2B8"/>
                </a:solidFill>
                <a:latin typeface="Tahoma"/>
                <a:cs typeface="Tahoma"/>
              </a:rPr>
              <a:t>Arduino.</a:t>
            </a:r>
            <a:endParaRPr sz="1500">
              <a:latin typeface="Tahoma"/>
              <a:cs typeface="Tahoma"/>
            </a:endParaRPr>
          </a:p>
        </p:txBody>
      </p:sp>
      <p:sp>
        <p:nvSpPr>
          <p:cNvPr id="6" name="object 6"/>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70" dirty="0"/>
              <a:t>From</a:t>
            </a:r>
            <a:r>
              <a:rPr spc="-75" dirty="0"/>
              <a:t> </a:t>
            </a:r>
            <a:r>
              <a:rPr spc="-125" dirty="0"/>
              <a:t>Intent</a:t>
            </a:r>
            <a:r>
              <a:rPr spc="-95" dirty="0"/>
              <a:t> </a:t>
            </a:r>
            <a:r>
              <a:rPr dirty="0"/>
              <a:t>to</a:t>
            </a:r>
            <a:r>
              <a:rPr spc="-65" dirty="0"/>
              <a:t> </a:t>
            </a:r>
            <a:r>
              <a:rPr spc="-10" dirty="0"/>
              <a:t>Action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8800" y="1456766"/>
            <a:ext cx="2310765" cy="507365"/>
          </a:xfrm>
          <a:prstGeom prst="rect">
            <a:avLst/>
          </a:prstGeom>
        </p:spPr>
        <p:txBody>
          <a:bodyPr vert="horz" wrap="square" lIns="0" tIns="13335" rIns="0" bIns="0" rtlCol="0">
            <a:spAutoFit/>
          </a:bodyPr>
          <a:lstStyle/>
          <a:p>
            <a:pPr marL="12700">
              <a:lnSpc>
                <a:spcPct val="100000"/>
              </a:lnSpc>
              <a:spcBef>
                <a:spcPts val="105"/>
              </a:spcBef>
            </a:pPr>
            <a:r>
              <a:rPr spc="-85" dirty="0"/>
              <a:t>The</a:t>
            </a:r>
            <a:r>
              <a:rPr spc="-145" dirty="0"/>
              <a:t> </a:t>
            </a:r>
            <a:r>
              <a:rPr spc="-445" dirty="0"/>
              <a:t>AI</a:t>
            </a:r>
            <a:r>
              <a:rPr spc="-110" dirty="0"/>
              <a:t> </a:t>
            </a:r>
            <a:r>
              <a:rPr spc="-65" dirty="0"/>
              <a:t>Brain</a:t>
            </a:r>
          </a:p>
        </p:txBody>
      </p:sp>
      <p:sp>
        <p:nvSpPr>
          <p:cNvPr id="3" name="object 3"/>
          <p:cNvSpPr txBox="1"/>
          <p:nvPr/>
        </p:nvSpPr>
        <p:spPr>
          <a:xfrm>
            <a:off x="558800" y="2352294"/>
            <a:ext cx="4860290" cy="3011170"/>
          </a:xfrm>
          <a:prstGeom prst="rect">
            <a:avLst/>
          </a:prstGeom>
        </p:spPr>
        <p:txBody>
          <a:bodyPr vert="horz" wrap="square" lIns="0" tIns="12700" rIns="0" bIns="0" rtlCol="0">
            <a:spAutoFit/>
          </a:bodyPr>
          <a:lstStyle/>
          <a:p>
            <a:pPr marL="12700">
              <a:lnSpc>
                <a:spcPct val="100000"/>
              </a:lnSpc>
              <a:spcBef>
                <a:spcPts val="100"/>
              </a:spcBef>
            </a:pPr>
            <a:r>
              <a:rPr sz="2100" b="1" spc="-85" dirty="0">
                <a:solidFill>
                  <a:srgbClr val="E1E8EF"/>
                </a:solidFill>
                <a:latin typeface="Tahoma"/>
                <a:cs typeface="Tahoma"/>
              </a:rPr>
              <a:t>Powered</a:t>
            </a:r>
            <a:r>
              <a:rPr sz="2100" b="1" spc="-45" dirty="0">
                <a:solidFill>
                  <a:srgbClr val="E1E8EF"/>
                </a:solidFill>
                <a:latin typeface="Tahoma"/>
                <a:cs typeface="Tahoma"/>
              </a:rPr>
              <a:t> </a:t>
            </a:r>
            <a:r>
              <a:rPr sz="2100" b="1" dirty="0">
                <a:solidFill>
                  <a:srgbClr val="E1E8EF"/>
                </a:solidFill>
                <a:latin typeface="Tahoma"/>
                <a:cs typeface="Tahoma"/>
              </a:rPr>
              <a:t>by</a:t>
            </a:r>
            <a:r>
              <a:rPr sz="2100" b="1" spc="-40" dirty="0">
                <a:solidFill>
                  <a:srgbClr val="E1E8EF"/>
                </a:solidFill>
                <a:latin typeface="Tahoma"/>
                <a:cs typeface="Tahoma"/>
              </a:rPr>
              <a:t> Raspberry</a:t>
            </a:r>
            <a:r>
              <a:rPr sz="2100" b="1" spc="-65" dirty="0">
                <a:solidFill>
                  <a:srgbClr val="E1E8EF"/>
                </a:solidFill>
                <a:latin typeface="Tahoma"/>
                <a:cs typeface="Tahoma"/>
              </a:rPr>
              <a:t> </a:t>
            </a:r>
            <a:r>
              <a:rPr sz="2100" b="1" spc="-110" dirty="0">
                <a:solidFill>
                  <a:srgbClr val="E1E8EF"/>
                </a:solidFill>
                <a:latin typeface="Tahoma"/>
                <a:cs typeface="Tahoma"/>
              </a:rPr>
              <a:t>Pi</a:t>
            </a:r>
            <a:r>
              <a:rPr sz="2100" b="1" spc="-40" dirty="0">
                <a:solidFill>
                  <a:srgbClr val="E1E8EF"/>
                </a:solidFill>
                <a:latin typeface="Tahoma"/>
                <a:cs typeface="Tahoma"/>
              </a:rPr>
              <a:t> </a:t>
            </a:r>
            <a:r>
              <a:rPr sz="2100" b="1" spc="-50" dirty="0">
                <a:solidFill>
                  <a:srgbClr val="E1E8EF"/>
                </a:solidFill>
                <a:latin typeface="Tahoma"/>
                <a:cs typeface="Tahoma"/>
              </a:rPr>
              <a:t>5</a:t>
            </a:r>
            <a:endParaRPr sz="2100">
              <a:latin typeface="Tahoma"/>
              <a:cs typeface="Tahoma"/>
            </a:endParaRPr>
          </a:p>
          <a:p>
            <a:pPr marL="12700" marR="5080">
              <a:lnSpc>
                <a:spcPct val="160100"/>
              </a:lnSpc>
              <a:spcBef>
                <a:spcPts val="2515"/>
              </a:spcBef>
            </a:pPr>
            <a:r>
              <a:rPr sz="1500" spc="60" dirty="0">
                <a:solidFill>
                  <a:srgbClr val="93A2B8"/>
                </a:solidFill>
                <a:latin typeface="Tahoma"/>
                <a:cs typeface="Tahoma"/>
              </a:rPr>
              <a:t>Shibu</a:t>
            </a:r>
            <a:r>
              <a:rPr sz="1500" spc="-40" dirty="0">
                <a:solidFill>
                  <a:srgbClr val="93A2B8"/>
                </a:solidFill>
                <a:latin typeface="Tahoma"/>
                <a:cs typeface="Tahoma"/>
              </a:rPr>
              <a:t> </a:t>
            </a:r>
            <a:r>
              <a:rPr sz="1500" spc="95" dirty="0">
                <a:solidFill>
                  <a:srgbClr val="93A2B8"/>
                </a:solidFill>
                <a:latin typeface="Tahoma"/>
                <a:cs typeface="Tahoma"/>
              </a:rPr>
              <a:t>processes</a:t>
            </a:r>
            <a:r>
              <a:rPr sz="1500" spc="-50" dirty="0">
                <a:solidFill>
                  <a:srgbClr val="93A2B8"/>
                </a:solidFill>
                <a:latin typeface="Tahoma"/>
                <a:cs typeface="Tahoma"/>
              </a:rPr>
              <a:t> </a:t>
            </a:r>
            <a:r>
              <a:rPr sz="1500" spc="50" dirty="0">
                <a:solidFill>
                  <a:srgbClr val="93A2B8"/>
                </a:solidFill>
                <a:latin typeface="Tahoma"/>
                <a:cs typeface="Tahoma"/>
              </a:rPr>
              <a:t>intelligence</a:t>
            </a:r>
            <a:r>
              <a:rPr sz="1500" spc="-30" dirty="0">
                <a:solidFill>
                  <a:srgbClr val="93A2B8"/>
                </a:solidFill>
                <a:latin typeface="Tahoma"/>
                <a:cs typeface="Tahoma"/>
              </a:rPr>
              <a:t> </a:t>
            </a:r>
            <a:r>
              <a:rPr sz="1500" spc="50" dirty="0">
                <a:solidFill>
                  <a:srgbClr val="93A2B8"/>
                </a:solidFill>
                <a:latin typeface="Tahoma"/>
                <a:cs typeface="Tahoma"/>
              </a:rPr>
              <a:t>locally,</a:t>
            </a:r>
            <a:r>
              <a:rPr sz="1500" spc="-15" dirty="0">
                <a:solidFill>
                  <a:srgbClr val="93A2B8"/>
                </a:solidFill>
                <a:latin typeface="Tahoma"/>
                <a:cs typeface="Tahoma"/>
              </a:rPr>
              <a:t> </a:t>
            </a:r>
            <a:r>
              <a:rPr sz="1500" spc="55" dirty="0">
                <a:solidFill>
                  <a:srgbClr val="93A2B8"/>
                </a:solidFill>
                <a:latin typeface="Tahoma"/>
                <a:cs typeface="Tahoma"/>
              </a:rPr>
              <a:t>ensuring</a:t>
            </a:r>
            <a:r>
              <a:rPr sz="1500" spc="-40" dirty="0">
                <a:solidFill>
                  <a:srgbClr val="93A2B8"/>
                </a:solidFill>
                <a:latin typeface="Tahoma"/>
                <a:cs typeface="Tahoma"/>
              </a:rPr>
              <a:t> </a:t>
            </a:r>
            <a:r>
              <a:rPr sz="1500" spc="75" dirty="0">
                <a:solidFill>
                  <a:srgbClr val="93A2B8"/>
                </a:solidFill>
                <a:latin typeface="Tahoma"/>
                <a:cs typeface="Tahoma"/>
              </a:rPr>
              <a:t>speed </a:t>
            </a:r>
            <a:r>
              <a:rPr sz="1500" spc="60" dirty="0">
                <a:solidFill>
                  <a:srgbClr val="93A2B8"/>
                </a:solidFill>
                <a:latin typeface="Tahoma"/>
                <a:cs typeface="Tahoma"/>
              </a:rPr>
              <a:t>and</a:t>
            </a:r>
            <a:r>
              <a:rPr sz="1500" spc="-15" dirty="0">
                <a:solidFill>
                  <a:srgbClr val="93A2B8"/>
                </a:solidFill>
                <a:latin typeface="Tahoma"/>
                <a:cs typeface="Tahoma"/>
              </a:rPr>
              <a:t> </a:t>
            </a:r>
            <a:r>
              <a:rPr sz="1500" spc="70" dirty="0">
                <a:solidFill>
                  <a:srgbClr val="93A2B8"/>
                </a:solidFill>
                <a:latin typeface="Tahoma"/>
                <a:cs typeface="Tahoma"/>
              </a:rPr>
              <a:t>privacy</a:t>
            </a:r>
            <a:r>
              <a:rPr sz="1500" dirty="0">
                <a:solidFill>
                  <a:srgbClr val="93A2B8"/>
                </a:solidFill>
                <a:latin typeface="Tahoma"/>
                <a:cs typeface="Tahoma"/>
              </a:rPr>
              <a:t> without</a:t>
            </a:r>
            <a:r>
              <a:rPr sz="1500" spc="-5" dirty="0">
                <a:solidFill>
                  <a:srgbClr val="93A2B8"/>
                </a:solidFill>
                <a:latin typeface="Tahoma"/>
                <a:cs typeface="Tahoma"/>
              </a:rPr>
              <a:t> </a:t>
            </a:r>
            <a:r>
              <a:rPr sz="1500" spc="45" dirty="0">
                <a:solidFill>
                  <a:srgbClr val="93A2B8"/>
                </a:solidFill>
                <a:latin typeface="Tahoma"/>
                <a:cs typeface="Tahoma"/>
              </a:rPr>
              <a:t>relying</a:t>
            </a:r>
            <a:r>
              <a:rPr sz="1500" spc="5" dirty="0">
                <a:solidFill>
                  <a:srgbClr val="93A2B8"/>
                </a:solidFill>
                <a:latin typeface="Tahoma"/>
                <a:cs typeface="Tahoma"/>
              </a:rPr>
              <a:t> </a:t>
            </a:r>
            <a:r>
              <a:rPr sz="1500" spc="65" dirty="0">
                <a:solidFill>
                  <a:srgbClr val="93A2B8"/>
                </a:solidFill>
                <a:latin typeface="Tahoma"/>
                <a:cs typeface="Tahoma"/>
              </a:rPr>
              <a:t>on</a:t>
            </a:r>
            <a:r>
              <a:rPr sz="1500" spc="10" dirty="0">
                <a:solidFill>
                  <a:srgbClr val="93A2B8"/>
                </a:solidFill>
                <a:latin typeface="Tahoma"/>
                <a:cs typeface="Tahoma"/>
              </a:rPr>
              <a:t> </a:t>
            </a:r>
            <a:r>
              <a:rPr sz="1500" spc="75" dirty="0">
                <a:solidFill>
                  <a:srgbClr val="93A2B8"/>
                </a:solidFill>
                <a:latin typeface="Tahoma"/>
                <a:cs typeface="Tahoma"/>
              </a:rPr>
              <a:t>cloud</a:t>
            </a:r>
            <a:r>
              <a:rPr sz="1500" spc="5" dirty="0">
                <a:solidFill>
                  <a:srgbClr val="93A2B8"/>
                </a:solidFill>
                <a:latin typeface="Tahoma"/>
                <a:cs typeface="Tahoma"/>
              </a:rPr>
              <a:t> </a:t>
            </a:r>
            <a:r>
              <a:rPr sz="1500" spc="70" dirty="0">
                <a:solidFill>
                  <a:srgbClr val="93A2B8"/>
                </a:solidFill>
                <a:latin typeface="Tahoma"/>
                <a:cs typeface="Tahoma"/>
              </a:rPr>
              <a:t>servers</a:t>
            </a:r>
            <a:r>
              <a:rPr sz="1500" spc="-20" dirty="0">
                <a:solidFill>
                  <a:srgbClr val="93A2B8"/>
                </a:solidFill>
                <a:latin typeface="Tahoma"/>
                <a:cs typeface="Tahoma"/>
              </a:rPr>
              <a:t> </a:t>
            </a:r>
            <a:r>
              <a:rPr sz="1500" spc="55" dirty="0">
                <a:solidFill>
                  <a:srgbClr val="93A2B8"/>
                </a:solidFill>
                <a:latin typeface="Tahoma"/>
                <a:cs typeface="Tahoma"/>
              </a:rPr>
              <a:t>for</a:t>
            </a:r>
            <a:r>
              <a:rPr sz="1500" dirty="0">
                <a:solidFill>
                  <a:srgbClr val="93A2B8"/>
                </a:solidFill>
                <a:latin typeface="Tahoma"/>
                <a:cs typeface="Tahoma"/>
              </a:rPr>
              <a:t> </a:t>
            </a:r>
            <a:r>
              <a:rPr sz="1500" spc="75" dirty="0">
                <a:solidFill>
                  <a:srgbClr val="93A2B8"/>
                </a:solidFill>
                <a:latin typeface="Tahoma"/>
                <a:cs typeface="Tahoma"/>
              </a:rPr>
              <a:t>basic </a:t>
            </a:r>
            <a:r>
              <a:rPr sz="1500" spc="-10" dirty="0">
                <a:solidFill>
                  <a:srgbClr val="93A2B8"/>
                </a:solidFill>
                <a:latin typeface="Tahoma"/>
                <a:cs typeface="Tahoma"/>
              </a:rPr>
              <a:t>thinking.</a:t>
            </a:r>
            <a:endParaRPr sz="1500">
              <a:latin typeface="Tahoma"/>
              <a:cs typeface="Tahoma"/>
            </a:endParaRPr>
          </a:p>
          <a:p>
            <a:pPr marL="12700" marR="132715">
              <a:lnSpc>
                <a:spcPct val="160000"/>
              </a:lnSpc>
              <a:spcBef>
                <a:spcPts val="1185"/>
              </a:spcBef>
            </a:pPr>
            <a:r>
              <a:rPr sz="1500" spc="65" dirty="0">
                <a:solidFill>
                  <a:srgbClr val="93A2B8"/>
                </a:solidFill>
                <a:latin typeface="Tahoma"/>
                <a:cs typeface="Tahoma"/>
              </a:rPr>
              <a:t>This</a:t>
            </a:r>
            <a:r>
              <a:rPr sz="1500" spc="-60" dirty="0">
                <a:solidFill>
                  <a:srgbClr val="93A2B8"/>
                </a:solidFill>
                <a:latin typeface="Tahoma"/>
                <a:cs typeface="Tahoma"/>
              </a:rPr>
              <a:t> </a:t>
            </a:r>
            <a:r>
              <a:rPr sz="1500" spc="65" dirty="0">
                <a:solidFill>
                  <a:srgbClr val="93A2B8"/>
                </a:solidFill>
                <a:latin typeface="Tahoma"/>
                <a:cs typeface="Tahoma"/>
              </a:rPr>
              <a:t>approach</a:t>
            </a:r>
            <a:r>
              <a:rPr sz="1500" spc="-50" dirty="0">
                <a:solidFill>
                  <a:srgbClr val="93A2B8"/>
                </a:solidFill>
                <a:latin typeface="Tahoma"/>
                <a:cs typeface="Tahoma"/>
              </a:rPr>
              <a:t> </a:t>
            </a:r>
            <a:r>
              <a:rPr sz="1500" spc="55" dirty="0">
                <a:solidFill>
                  <a:srgbClr val="93A2B8"/>
                </a:solidFill>
                <a:latin typeface="Tahoma"/>
                <a:cs typeface="Tahoma"/>
              </a:rPr>
              <a:t>guarantees</a:t>
            </a:r>
            <a:r>
              <a:rPr sz="1500" spc="-50" dirty="0">
                <a:solidFill>
                  <a:srgbClr val="93A2B8"/>
                </a:solidFill>
                <a:latin typeface="Tahoma"/>
                <a:cs typeface="Tahoma"/>
              </a:rPr>
              <a:t> </a:t>
            </a:r>
            <a:r>
              <a:rPr sz="1500" spc="70" dirty="0">
                <a:solidFill>
                  <a:srgbClr val="93A2B8"/>
                </a:solidFill>
                <a:latin typeface="Tahoma"/>
                <a:cs typeface="Tahoma"/>
              </a:rPr>
              <a:t>low</a:t>
            </a:r>
            <a:r>
              <a:rPr sz="1500" spc="-35" dirty="0">
                <a:solidFill>
                  <a:srgbClr val="93A2B8"/>
                </a:solidFill>
                <a:latin typeface="Tahoma"/>
                <a:cs typeface="Tahoma"/>
              </a:rPr>
              <a:t> </a:t>
            </a:r>
            <a:r>
              <a:rPr sz="1500" spc="60" dirty="0">
                <a:solidFill>
                  <a:srgbClr val="93A2B8"/>
                </a:solidFill>
                <a:latin typeface="Tahoma"/>
                <a:cs typeface="Tahoma"/>
              </a:rPr>
              <a:t>latency</a:t>
            </a:r>
            <a:r>
              <a:rPr sz="1500" spc="-40" dirty="0">
                <a:solidFill>
                  <a:srgbClr val="93A2B8"/>
                </a:solidFill>
                <a:latin typeface="Tahoma"/>
                <a:cs typeface="Tahoma"/>
              </a:rPr>
              <a:t> </a:t>
            </a:r>
            <a:r>
              <a:rPr sz="1500" spc="55" dirty="0">
                <a:solidFill>
                  <a:srgbClr val="93A2B8"/>
                </a:solidFill>
                <a:latin typeface="Tahoma"/>
                <a:cs typeface="Tahoma"/>
              </a:rPr>
              <a:t>for</a:t>
            </a:r>
            <a:r>
              <a:rPr sz="1500" spc="-25" dirty="0">
                <a:solidFill>
                  <a:srgbClr val="93A2B8"/>
                </a:solidFill>
                <a:latin typeface="Tahoma"/>
                <a:cs typeface="Tahoma"/>
              </a:rPr>
              <a:t> </a:t>
            </a:r>
            <a:r>
              <a:rPr sz="1500" spc="70" dirty="0">
                <a:solidFill>
                  <a:srgbClr val="93A2B8"/>
                </a:solidFill>
                <a:latin typeface="Tahoma"/>
                <a:cs typeface="Tahoma"/>
              </a:rPr>
              <a:t>voice </a:t>
            </a:r>
            <a:r>
              <a:rPr sz="1500" spc="50" dirty="0">
                <a:solidFill>
                  <a:srgbClr val="93A2B8"/>
                </a:solidFill>
                <a:latin typeface="Tahoma"/>
                <a:cs typeface="Tahoma"/>
              </a:rPr>
              <a:t>triggers</a:t>
            </a:r>
            <a:r>
              <a:rPr sz="1500" spc="-20" dirty="0">
                <a:solidFill>
                  <a:srgbClr val="93A2B8"/>
                </a:solidFill>
                <a:latin typeface="Tahoma"/>
                <a:cs typeface="Tahoma"/>
              </a:rPr>
              <a:t> </a:t>
            </a:r>
            <a:r>
              <a:rPr sz="1500" spc="60" dirty="0">
                <a:solidFill>
                  <a:srgbClr val="93A2B8"/>
                </a:solidFill>
                <a:latin typeface="Tahoma"/>
                <a:cs typeface="Tahoma"/>
              </a:rPr>
              <a:t>and</a:t>
            </a:r>
            <a:r>
              <a:rPr sz="1500" spc="-30" dirty="0">
                <a:solidFill>
                  <a:srgbClr val="93A2B8"/>
                </a:solidFill>
                <a:latin typeface="Tahoma"/>
                <a:cs typeface="Tahoma"/>
              </a:rPr>
              <a:t> </a:t>
            </a:r>
            <a:r>
              <a:rPr sz="1500" spc="85" dirty="0">
                <a:solidFill>
                  <a:srgbClr val="93A2B8"/>
                </a:solidFill>
                <a:latin typeface="Tahoma"/>
                <a:cs typeface="Tahoma"/>
              </a:rPr>
              <a:t>keeps</a:t>
            </a:r>
            <a:r>
              <a:rPr sz="1500" spc="-30" dirty="0">
                <a:solidFill>
                  <a:srgbClr val="93A2B8"/>
                </a:solidFill>
                <a:latin typeface="Tahoma"/>
                <a:cs typeface="Tahoma"/>
              </a:rPr>
              <a:t> </a:t>
            </a:r>
            <a:r>
              <a:rPr sz="1500" spc="55" dirty="0">
                <a:solidFill>
                  <a:srgbClr val="93A2B8"/>
                </a:solidFill>
                <a:latin typeface="Tahoma"/>
                <a:cs typeface="Tahoma"/>
              </a:rPr>
              <a:t>your</a:t>
            </a:r>
            <a:r>
              <a:rPr sz="1500" spc="-20" dirty="0">
                <a:solidFill>
                  <a:srgbClr val="93A2B8"/>
                </a:solidFill>
                <a:latin typeface="Tahoma"/>
                <a:cs typeface="Tahoma"/>
              </a:rPr>
              <a:t> </a:t>
            </a:r>
            <a:r>
              <a:rPr sz="1500" spc="60" dirty="0">
                <a:solidFill>
                  <a:srgbClr val="93A2B8"/>
                </a:solidFill>
                <a:latin typeface="Tahoma"/>
                <a:cs typeface="Tahoma"/>
              </a:rPr>
              <a:t>personal</a:t>
            </a:r>
            <a:r>
              <a:rPr sz="1500" spc="-45" dirty="0">
                <a:solidFill>
                  <a:srgbClr val="93A2B8"/>
                </a:solidFill>
                <a:latin typeface="Tahoma"/>
                <a:cs typeface="Tahoma"/>
              </a:rPr>
              <a:t> </a:t>
            </a:r>
            <a:r>
              <a:rPr sz="1500" dirty="0">
                <a:solidFill>
                  <a:srgbClr val="93A2B8"/>
                </a:solidFill>
                <a:latin typeface="Tahoma"/>
                <a:cs typeface="Tahoma"/>
              </a:rPr>
              <a:t>data</a:t>
            </a:r>
            <a:r>
              <a:rPr sz="1500" spc="-35" dirty="0">
                <a:solidFill>
                  <a:srgbClr val="93A2B8"/>
                </a:solidFill>
                <a:latin typeface="Tahoma"/>
                <a:cs typeface="Tahoma"/>
              </a:rPr>
              <a:t> </a:t>
            </a:r>
            <a:r>
              <a:rPr sz="1500" spc="85" dirty="0">
                <a:solidFill>
                  <a:srgbClr val="93A2B8"/>
                </a:solidFill>
                <a:latin typeface="Tahoma"/>
                <a:cs typeface="Tahoma"/>
              </a:rPr>
              <a:t>secure</a:t>
            </a:r>
            <a:r>
              <a:rPr sz="1500" spc="-5" dirty="0">
                <a:solidFill>
                  <a:srgbClr val="93A2B8"/>
                </a:solidFill>
                <a:latin typeface="Tahoma"/>
                <a:cs typeface="Tahoma"/>
              </a:rPr>
              <a:t> </a:t>
            </a:r>
            <a:r>
              <a:rPr sz="1500" spc="65" dirty="0">
                <a:solidFill>
                  <a:srgbClr val="93A2B8"/>
                </a:solidFill>
                <a:latin typeface="Tahoma"/>
                <a:cs typeface="Tahoma"/>
              </a:rPr>
              <a:t>on</a:t>
            </a:r>
            <a:r>
              <a:rPr sz="1500" spc="-20" dirty="0">
                <a:solidFill>
                  <a:srgbClr val="93A2B8"/>
                </a:solidFill>
                <a:latin typeface="Tahoma"/>
                <a:cs typeface="Tahoma"/>
              </a:rPr>
              <a:t> </a:t>
            </a:r>
            <a:r>
              <a:rPr sz="1500" spc="-25" dirty="0">
                <a:solidFill>
                  <a:srgbClr val="93A2B8"/>
                </a:solidFill>
                <a:latin typeface="Tahoma"/>
                <a:cs typeface="Tahoma"/>
              </a:rPr>
              <a:t>the </a:t>
            </a:r>
            <a:r>
              <a:rPr sz="1500" spc="55" dirty="0">
                <a:solidFill>
                  <a:srgbClr val="93A2B8"/>
                </a:solidFill>
                <a:latin typeface="Tahoma"/>
                <a:cs typeface="Tahoma"/>
              </a:rPr>
              <a:t>device.</a:t>
            </a:r>
            <a:endParaRPr sz="1500">
              <a:latin typeface="Tahoma"/>
              <a:cs typeface="Tahoma"/>
            </a:endParaRPr>
          </a:p>
        </p:txBody>
      </p:sp>
      <p:pic>
        <p:nvPicPr>
          <p:cNvPr id="4" name="object 4"/>
          <p:cNvPicPr/>
          <p:nvPr/>
        </p:nvPicPr>
        <p:blipFill>
          <a:blip r:embed="rId2" cstate="print"/>
          <a:stretch>
            <a:fillRect/>
          </a:stretch>
        </p:blipFill>
        <p:spPr>
          <a:xfrm>
            <a:off x="6096000" y="-1"/>
            <a:ext cx="6096000" cy="6857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14425" y="2204973"/>
            <a:ext cx="3333750" cy="3333750"/>
            <a:chOff x="1114425" y="2204973"/>
            <a:chExt cx="3333750" cy="3333750"/>
          </a:xfrm>
        </p:grpSpPr>
        <p:pic>
          <p:nvPicPr>
            <p:cNvPr id="3" name="object 3"/>
            <p:cNvPicPr/>
            <p:nvPr/>
          </p:nvPicPr>
          <p:blipFill>
            <a:blip r:embed="rId2" cstate="print"/>
            <a:stretch>
              <a:fillRect/>
            </a:stretch>
          </p:blipFill>
          <p:spPr>
            <a:xfrm>
              <a:off x="1114425" y="2204973"/>
              <a:ext cx="3333750" cy="3333750"/>
            </a:xfrm>
            <a:prstGeom prst="rect">
              <a:avLst/>
            </a:prstGeom>
          </p:spPr>
        </p:pic>
        <p:pic>
          <p:nvPicPr>
            <p:cNvPr id="4" name="object 4"/>
            <p:cNvPicPr/>
            <p:nvPr/>
          </p:nvPicPr>
          <p:blipFill>
            <a:blip r:embed="rId3" cstate="print"/>
            <a:stretch>
              <a:fillRect/>
            </a:stretch>
          </p:blipFill>
          <p:spPr>
            <a:xfrm>
              <a:off x="1152525" y="2243073"/>
              <a:ext cx="3257550" cy="3257550"/>
            </a:xfrm>
            <a:prstGeom prst="rect">
              <a:avLst/>
            </a:prstGeom>
          </p:spPr>
        </p:pic>
      </p:grpSp>
      <p:sp>
        <p:nvSpPr>
          <p:cNvPr id="5" name="object 5"/>
          <p:cNvSpPr txBox="1">
            <a:spLocks noGrp="1"/>
          </p:cNvSpPr>
          <p:nvPr>
            <p:ph type="body" idx="1"/>
          </p:nvPr>
        </p:nvSpPr>
        <p:spPr>
          <a:prstGeom prst="rect">
            <a:avLst/>
          </a:prstGeom>
        </p:spPr>
        <p:txBody>
          <a:bodyPr vert="horz" wrap="square" lIns="0" tIns="12700" rIns="0" bIns="0" rtlCol="0">
            <a:spAutoFit/>
          </a:bodyPr>
          <a:lstStyle/>
          <a:p>
            <a:pPr marL="50800">
              <a:lnSpc>
                <a:spcPct val="100000"/>
              </a:lnSpc>
              <a:spcBef>
                <a:spcPts val="100"/>
              </a:spcBef>
            </a:pPr>
            <a:r>
              <a:rPr spc="-50" dirty="0"/>
              <a:t>Seeing</a:t>
            </a:r>
            <a:r>
              <a:rPr spc="-90" dirty="0"/>
              <a:t> </a:t>
            </a:r>
            <a:r>
              <a:rPr dirty="0"/>
              <a:t>the</a:t>
            </a:r>
            <a:r>
              <a:rPr spc="-90" dirty="0"/>
              <a:t> </a:t>
            </a:r>
            <a:r>
              <a:rPr spc="-20" dirty="0"/>
              <a:t>World</a:t>
            </a:r>
          </a:p>
          <a:p>
            <a:pPr marL="50800">
              <a:lnSpc>
                <a:spcPct val="100000"/>
              </a:lnSpc>
              <a:spcBef>
                <a:spcPts val="2470"/>
              </a:spcBef>
            </a:pPr>
            <a:r>
              <a:rPr sz="1500" b="0" spc="60" dirty="0">
                <a:solidFill>
                  <a:srgbClr val="93A2B8"/>
                </a:solidFill>
                <a:latin typeface="Tahoma"/>
                <a:cs typeface="Tahoma"/>
              </a:rPr>
              <a:t>Shibu</a:t>
            </a:r>
            <a:r>
              <a:rPr sz="1500" b="0" spc="-15" dirty="0">
                <a:solidFill>
                  <a:srgbClr val="93A2B8"/>
                </a:solidFill>
                <a:latin typeface="Tahoma"/>
                <a:cs typeface="Tahoma"/>
              </a:rPr>
              <a:t> </a:t>
            </a:r>
            <a:r>
              <a:rPr sz="1500" b="0" spc="55" dirty="0">
                <a:solidFill>
                  <a:srgbClr val="93A2B8"/>
                </a:solidFill>
                <a:latin typeface="Tahoma"/>
                <a:cs typeface="Tahoma"/>
              </a:rPr>
              <a:t>utilizes</a:t>
            </a:r>
            <a:r>
              <a:rPr sz="1500" b="0" spc="-15" dirty="0">
                <a:solidFill>
                  <a:srgbClr val="93A2B8"/>
                </a:solidFill>
                <a:latin typeface="Tahoma"/>
                <a:cs typeface="Tahoma"/>
              </a:rPr>
              <a:t> </a:t>
            </a:r>
            <a:r>
              <a:rPr sz="1500" b="0" dirty="0">
                <a:solidFill>
                  <a:srgbClr val="93A2B8"/>
                </a:solidFill>
                <a:latin typeface="Tahoma"/>
                <a:cs typeface="Tahoma"/>
              </a:rPr>
              <a:t>a</a:t>
            </a:r>
            <a:r>
              <a:rPr sz="1500" b="0" spc="-25" dirty="0">
                <a:solidFill>
                  <a:srgbClr val="93A2B8"/>
                </a:solidFill>
                <a:latin typeface="Tahoma"/>
                <a:cs typeface="Tahoma"/>
              </a:rPr>
              <a:t> </a:t>
            </a:r>
            <a:r>
              <a:rPr sz="1500" b="0" spc="75" dirty="0">
                <a:solidFill>
                  <a:srgbClr val="93A2B8"/>
                </a:solidFill>
                <a:latin typeface="Tahoma"/>
                <a:cs typeface="Tahoma"/>
              </a:rPr>
              <a:t>Zebronics</a:t>
            </a:r>
            <a:r>
              <a:rPr sz="1500" b="0" spc="-30" dirty="0">
                <a:solidFill>
                  <a:srgbClr val="93A2B8"/>
                </a:solidFill>
                <a:latin typeface="Tahoma"/>
                <a:cs typeface="Tahoma"/>
              </a:rPr>
              <a:t> </a:t>
            </a:r>
            <a:r>
              <a:rPr sz="1500" b="0" spc="80" dirty="0">
                <a:solidFill>
                  <a:srgbClr val="93A2B8"/>
                </a:solidFill>
                <a:latin typeface="Tahoma"/>
                <a:cs typeface="Tahoma"/>
              </a:rPr>
              <a:t>HD</a:t>
            </a:r>
            <a:r>
              <a:rPr sz="1500" b="0" spc="-5" dirty="0">
                <a:solidFill>
                  <a:srgbClr val="93A2B8"/>
                </a:solidFill>
                <a:latin typeface="Tahoma"/>
                <a:cs typeface="Tahoma"/>
              </a:rPr>
              <a:t> </a:t>
            </a:r>
            <a:r>
              <a:rPr sz="1500" b="0" spc="90" dirty="0">
                <a:solidFill>
                  <a:srgbClr val="93A2B8"/>
                </a:solidFill>
                <a:latin typeface="Tahoma"/>
                <a:cs typeface="Tahoma"/>
              </a:rPr>
              <a:t>Webcam</a:t>
            </a:r>
            <a:r>
              <a:rPr sz="1500" b="0" spc="-25" dirty="0">
                <a:solidFill>
                  <a:srgbClr val="93A2B8"/>
                </a:solidFill>
                <a:latin typeface="Tahoma"/>
                <a:cs typeface="Tahoma"/>
              </a:rPr>
              <a:t> </a:t>
            </a:r>
            <a:r>
              <a:rPr sz="1500" b="0" dirty="0">
                <a:solidFill>
                  <a:srgbClr val="93A2B8"/>
                </a:solidFill>
                <a:latin typeface="Tahoma"/>
                <a:cs typeface="Tahoma"/>
              </a:rPr>
              <a:t>to</a:t>
            </a:r>
            <a:r>
              <a:rPr sz="1500" b="0" spc="-15" dirty="0">
                <a:solidFill>
                  <a:srgbClr val="93A2B8"/>
                </a:solidFill>
                <a:latin typeface="Tahoma"/>
                <a:cs typeface="Tahoma"/>
              </a:rPr>
              <a:t> </a:t>
            </a:r>
            <a:r>
              <a:rPr sz="1500" b="0" spc="75" dirty="0">
                <a:solidFill>
                  <a:srgbClr val="93A2B8"/>
                </a:solidFill>
                <a:latin typeface="Tahoma"/>
                <a:cs typeface="Tahoma"/>
              </a:rPr>
              <a:t>perceive</a:t>
            </a:r>
            <a:r>
              <a:rPr sz="1500" b="0" spc="-15" dirty="0">
                <a:solidFill>
                  <a:srgbClr val="93A2B8"/>
                </a:solidFill>
                <a:latin typeface="Tahoma"/>
                <a:cs typeface="Tahoma"/>
              </a:rPr>
              <a:t> </a:t>
            </a:r>
            <a:r>
              <a:rPr sz="1500" b="0" dirty="0">
                <a:solidFill>
                  <a:srgbClr val="93A2B8"/>
                </a:solidFill>
                <a:latin typeface="Tahoma"/>
                <a:cs typeface="Tahoma"/>
              </a:rPr>
              <a:t>its</a:t>
            </a:r>
            <a:r>
              <a:rPr sz="1500" b="0" spc="-15" dirty="0">
                <a:solidFill>
                  <a:srgbClr val="93A2B8"/>
                </a:solidFill>
                <a:latin typeface="Tahoma"/>
                <a:cs typeface="Tahoma"/>
              </a:rPr>
              <a:t> </a:t>
            </a:r>
            <a:r>
              <a:rPr sz="1500" b="0" spc="-10" dirty="0">
                <a:solidFill>
                  <a:srgbClr val="93A2B8"/>
                </a:solidFill>
                <a:latin typeface="Tahoma"/>
                <a:cs typeface="Tahoma"/>
              </a:rPr>
              <a:t>environment.</a:t>
            </a:r>
            <a:endParaRPr sz="1500">
              <a:latin typeface="Tahoma"/>
              <a:cs typeface="Tahoma"/>
            </a:endParaRPr>
          </a:p>
          <a:p>
            <a:pPr marL="346710" indent="-210820">
              <a:lnSpc>
                <a:spcPct val="100000"/>
              </a:lnSpc>
              <a:spcBef>
                <a:spcPts val="1725"/>
              </a:spcBef>
              <a:buFont typeface="Tahoma"/>
              <a:buChar char="•"/>
              <a:tabLst>
                <a:tab pos="346710" algn="l"/>
              </a:tabLst>
            </a:pPr>
            <a:r>
              <a:rPr sz="1500" spc="-10" dirty="0">
                <a:solidFill>
                  <a:srgbClr val="93A2B8"/>
                </a:solidFill>
              </a:rPr>
              <a:t>Live</a:t>
            </a:r>
            <a:r>
              <a:rPr sz="1500" spc="-80" dirty="0">
                <a:solidFill>
                  <a:srgbClr val="93A2B8"/>
                </a:solidFill>
              </a:rPr>
              <a:t> </a:t>
            </a:r>
            <a:r>
              <a:rPr sz="1500" spc="-25" dirty="0">
                <a:solidFill>
                  <a:srgbClr val="93A2B8"/>
                </a:solidFill>
              </a:rPr>
              <a:t>Streaming:</a:t>
            </a:r>
            <a:r>
              <a:rPr sz="1500" spc="25" dirty="0">
                <a:solidFill>
                  <a:srgbClr val="93A2B8"/>
                </a:solidFill>
              </a:rPr>
              <a:t> </a:t>
            </a:r>
            <a:r>
              <a:rPr sz="1500" b="0" spc="50" dirty="0">
                <a:solidFill>
                  <a:srgbClr val="93A2B8"/>
                </a:solidFill>
                <a:latin typeface="Tahoma"/>
                <a:cs typeface="Tahoma"/>
              </a:rPr>
              <a:t>Remote</a:t>
            </a:r>
            <a:r>
              <a:rPr sz="1500" b="0" spc="-25" dirty="0">
                <a:solidFill>
                  <a:srgbClr val="93A2B8"/>
                </a:solidFill>
                <a:latin typeface="Tahoma"/>
                <a:cs typeface="Tahoma"/>
              </a:rPr>
              <a:t> </a:t>
            </a:r>
            <a:r>
              <a:rPr sz="1500" b="0" spc="70" dirty="0">
                <a:solidFill>
                  <a:srgbClr val="93A2B8"/>
                </a:solidFill>
                <a:latin typeface="Tahoma"/>
                <a:cs typeface="Tahoma"/>
              </a:rPr>
              <a:t>view</a:t>
            </a:r>
            <a:r>
              <a:rPr sz="1500" b="0" spc="-30" dirty="0">
                <a:solidFill>
                  <a:srgbClr val="93A2B8"/>
                </a:solidFill>
                <a:latin typeface="Tahoma"/>
                <a:cs typeface="Tahoma"/>
              </a:rPr>
              <a:t> </a:t>
            </a:r>
            <a:r>
              <a:rPr sz="1500" b="0" spc="80" dirty="0">
                <a:solidFill>
                  <a:srgbClr val="93A2B8"/>
                </a:solidFill>
                <a:latin typeface="Tahoma"/>
                <a:cs typeface="Tahoma"/>
              </a:rPr>
              <a:t>of</a:t>
            </a:r>
            <a:r>
              <a:rPr sz="1500" b="0" spc="-30" dirty="0">
                <a:solidFill>
                  <a:srgbClr val="93A2B8"/>
                </a:solidFill>
                <a:latin typeface="Tahoma"/>
                <a:cs typeface="Tahoma"/>
              </a:rPr>
              <a:t> </a:t>
            </a:r>
            <a:r>
              <a:rPr sz="1500" b="0" dirty="0">
                <a:solidFill>
                  <a:srgbClr val="93A2B8"/>
                </a:solidFill>
                <a:latin typeface="Tahoma"/>
                <a:cs typeface="Tahoma"/>
              </a:rPr>
              <a:t>what</a:t>
            </a:r>
            <a:r>
              <a:rPr sz="1500" b="0" spc="-35" dirty="0">
                <a:solidFill>
                  <a:srgbClr val="93A2B8"/>
                </a:solidFill>
                <a:latin typeface="Tahoma"/>
                <a:cs typeface="Tahoma"/>
              </a:rPr>
              <a:t> </a:t>
            </a:r>
            <a:r>
              <a:rPr sz="1500" b="0" spc="60" dirty="0">
                <a:solidFill>
                  <a:srgbClr val="93A2B8"/>
                </a:solidFill>
                <a:latin typeface="Tahoma"/>
                <a:cs typeface="Tahoma"/>
              </a:rPr>
              <a:t>Shibu</a:t>
            </a:r>
            <a:r>
              <a:rPr sz="1500" b="0" spc="-25" dirty="0">
                <a:solidFill>
                  <a:srgbClr val="93A2B8"/>
                </a:solidFill>
                <a:latin typeface="Tahoma"/>
                <a:cs typeface="Tahoma"/>
              </a:rPr>
              <a:t> </a:t>
            </a:r>
            <a:r>
              <a:rPr sz="1500" b="0" spc="55" dirty="0">
                <a:solidFill>
                  <a:srgbClr val="93A2B8"/>
                </a:solidFill>
                <a:latin typeface="Tahoma"/>
                <a:cs typeface="Tahoma"/>
              </a:rPr>
              <a:t>sees.</a:t>
            </a:r>
            <a:endParaRPr sz="1500">
              <a:latin typeface="Tahoma"/>
              <a:cs typeface="Tahoma"/>
            </a:endParaRPr>
          </a:p>
          <a:p>
            <a:pPr marL="346710" indent="-210820">
              <a:lnSpc>
                <a:spcPct val="100000"/>
              </a:lnSpc>
              <a:spcBef>
                <a:spcPts val="1350"/>
              </a:spcBef>
              <a:buFont typeface="Tahoma"/>
              <a:buChar char="•"/>
              <a:tabLst>
                <a:tab pos="346710" algn="l"/>
              </a:tabLst>
            </a:pPr>
            <a:r>
              <a:rPr sz="1500" spc="-10" dirty="0">
                <a:solidFill>
                  <a:srgbClr val="93A2B8"/>
                </a:solidFill>
              </a:rPr>
              <a:t>Snapshots:</a:t>
            </a:r>
            <a:r>
              <a:rPr sz="1500" spc="55" dirty="0">
                <a:solidFill>
                  <a:srgbClr val="93A2B8"/>
                </a:solidFill>
              </a:rPr>
              <a:t> </a:t>
            </a:r>
            <a:r>
              <a:rPr sz="1500" b="0" spc="50" dirty="0">
                <a:solidFill>
                  <a:srgbClr val="93A2B8"/>
                </a:solidFill>
                <a:latin typeface="Tahoma"/>
                <a:cs typeface="Tahoma"/>
              </a:rPr>
              <a:t>"Shibu,</a:t>
            </a:r>
            <a:r>
              <a:rPr sz="1500" b="0" spc="25" dirty="0">
                <a:solidFill>
                  <a:srgbClr val="93A2B8"/>
                </a:solidFill>
                <a:latin typeface="Tahoma"/>
                <a:cs typeface="Tahoma"/>
              </a:rPr>
              <a:t> </a:t>
            </a:r>
            <a:r>
              <a:rPr sz="1500" b="0" dirty="0">
                <a:solidFill>
                  <a:srgbClr val="93A2B8"/>
                </a:solidFill>
                <a:latin typeface="Tahoma"/>
                <a:cs typeface="Tahoma"/>
              </a:rPr>
              <a:t>take a</a:t>
            </a:r>
            <a:r>
              <a:rPr sz="1500" b="0" spc="25" dirty="0">
                <a:solidFill>
                  <a:srgbClr val="93A2B8"/>
                </a:solidFill>
                <a:latin typeface="Tahoma"/>
                <a:cs typeface="Tahoma"/>
              </a:rPr>
              <a:t> </a:t>
            </a:r>
            <a:r>
              <a:rPr sz="1500" b="0" spc="40" dirty="0">
                <a:solidFill>
                  <a:srgbClr val="93A2B8"/>
                </a:solidFill>
                <a:latin typeface="Tahoma"/>
                <a:cs typeface="Tahoma"/>
              </a:rPr>
              <a:t>picture."</a:t>
            </a:r>
            <a:endParaRPr sz="1500">
              <a:latin typeface="Tahoma"/>
              <a:cs typeface="Tahoma"/>
            </a:endParaRPr>
          </a:p>
          <a:p>
            <a:pPr marL="346710" indent="-210820">
              <a:lnSpc>
                <a:spcPct val="100000"/>
              </a:lnSpc>
              <a:spcBef>
                <a:spcPts val="1355"/>
              </a:spcBef>
              <a:buFont typeface="Tahoma"/>
              <a:buChar char="•"/>
              <a:tabLst>
                <a:tab pos="346710" algn="l"/>
              </a:tabLst>
            </a:pPr>
            <a:r>
              <a:rPr sz="1500" spc="-30" dirty="0">
                <a:solidFill>
                  <a:srgbClr val="93A2B8"/>
                </a:solidFill>
              </a:rPr>
              <a:t>Future-</a:t>
            </a:r>
            <a:r>
              <a:rPr sz="1500" spc="-20" dirty="0">
                <a:solidFill>
                  <a:srgbClr val="93A2B8"/>
                </a:solidFill>
              </a:rPr>
              <a:t>Ready:</a:t>
            </a:r>
            <a:r>
              <a:rPr sz="1500" spc="5" dirty="0">
                <a:solidFill>
                  <a:srgbClr val="93A2B8"/>
                </a:solidFill>
              </a:rPr>
              <a:t> </a:t>
            </a:r>
            <a:r>
              <a:rPr sz="1500" b="0" spc="80" dirty="0">
                <a:solidFill>
                  <a:srgbClr val="93A2B8"/>
                </a:solidFill>
                <a:latin typeface="Tahoma"/>
                <a:cs typeface="Tahoma"/>
              </a:rPr>
              <a:t>Capable</a:t>
            </a:r>
            <a:r>
              <a:rPr sz="1500" b="0" spc="-45" dirty="0">
                <a:solidFill>
                  <a:srgbClr val="93A2B8"/>
                </a:solidFill>
                <a:latin typeface="Tahoma"/>
                <a:cs typeface="Tahoma"/>
              </a:rPr>
              <a:t> </a:t>
            </a:r>
            <a:r>
              <a:rPr sz="1500" b="0" spc="70" dirty="0">
                <a:solidFill>
                  <a:srgbClr val="93A2B8"/>
                </a:solidFill>
                <a:latin typeface="Tahoma"/>
                <a:cs typeface="Tahoma"/>
              </a:rPr>
              <a:t>of</a:t>
            </a:r>
            <a:r>
              <a:rPr sz="1500" b="0" spc="-45" dirty="0">
                <a:solidFill>
                  <a:srgbClr val="93A2B8"/>
                </a:solidFill>
                <a:latin typeface="Tahoma"/>
                <a:cs typeface="Tahoma"/>
              </a:rPr>
              <a:t> </a:t>
            </a:r>
            <a:r>
              <a:rPr sz="1500" b="0" spc="55" dirty="0">
                <a:solidFill>
                  <a:srgbClr val="93A2B8"/>
                </a:solidFill>
                <a:latin typeface="Tahoma"/>
                <a:cs typeface="Tahoma"/>
              </a:rPr>
              <a:t>object</a:t>
            </a:r>
            <a:r>
              <a:rPr sz="1500" b="0" spc="-35" dirty="0">
                <a:solidFill>
                  <a:srgbClr val="93A2B8"/>
                </a:solidFill>
                <a:latin typeface="Tahoma"/>
                <a:cs typeface="Tahoma"/>
              </a:rPr>
              <a:t> </a:t>
            </a:r>
            <a:r>
              <a:rPr sz="1500" b="0" spc="55" dirty="0">
                <a:solidFill>
                  <a:srgbClr val="93A2B8"/>
                </a:solidFill>
                <a:latin typeface="Tahoma"/>
                <a:cs typeface="Tahoma"/>
              </a:rPr>
              <a:t>recognition</a:t>
            </a:r>
            <a:r>
              <a:rPr sz="1500" b="0" spc="-30" dirty="0">
                <a:solidFill>
                  <a:srgbClr val="93A2B8"/>
                </a:solidFill>
                <a:latin typeface="Tahoma"/>
                <a:cs typeface="Tahoma"/>
              </a:rPr>
              <a:t> </a:t>
            </a:r>
            <a:r>
              <a:rPr sz="1500" b="0" spc="45" dirty="0">
                <a:solidFill>
                  <a:srgbClr val="93A2B8"/>
                </a:solidFill>
                <a:latin typeface="Tahoma"/>
                <a:cs typeface="Tahoma"/>
              </a:rPr>
              <a:t>upgrades.</a:t>
            </a:r>
            <a:endParaRPr sz="1500">
              <a:latin typeface="Tahoma"/>
              <a:cs typeface="Tahoma"/>
            </a:endParaRPr>
          </a:p>
        </p:txBody>
      </p:sp>
      <p:sp>
        <p:nvSpPr>
          <p:cNvPr id="6" name="object 6"/>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85" dirty="0"/>
              <a:t>Computer</a:t>
            </a:r>
            <a:r>
              <a:rPr spc="-110" dirty="0"/>
              <a:t> </a:t>
            </a:r>
            <a:r>
              <a:rPr spc="-50" dirty="0"/>
              <a:t>Vision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71500" y="1280794"/>
            <a:ext cx="11184255" cy="2338705"/>
            <a:chOff x="571500" y="1280794"/>
            <a:chExt cx="11184255" cy="2338705"/>
          </a:xfrm>
        </p:grpSpPr>
        <p:sp>
          <p:nvSpPr>
            <p:cNvPr id="3" name="object 3"/>
            <p:cNvSpPr/>
            <p:nvPr/>
          </p:nvSpPr>
          <p:spPr>
            <a:xfrm>
              <a:off x="571500" y="3476624"/>
              <a:ext cx="11049000" cy="19050"/>
            </a:xfrm>
            <a:custGeom>
              <a:avLst/>
              <a:gdLst/>
              <a:ahLst/>
              <a:cxnLst/>
              <a:rect l="l" t="t" r="r" b="b"/>
              <a:pathLst>
                <a:path w="11049000" h="19050">
                  <a:moveTo>
                    <a:pt x="11047603" y="0"/>
                  </a:moveTo>
                  <a:lnTo>
                    <a:pt x="1422" y="0"/>
                  </a:lnTo>
                  <a:lnTo>
                    <a:pt x="0" y="1397"/>
                  </a:lnTo>
                  <a:lnTo>
                    <a:pt x="0" y="3175"/>
                  </a:lnTo>
                  <a:lnTo>
                    <a:pt x="0" y="17652"/>
                  </a:lnTo>
                  <a:lnTo>
                    <a:pt x="1422" y="19050"/>
                  </a:lnTo>
                  <a:lnTo>
                    <a:pt x="11047603" y="19050"/>
                  </a:lnTo>
                  <a:lnTo>
                    <a:pt x="11049000" y="17652"/>
                  </a:lnTo>
                  <a:lnTo>
                    <a:pt x="11049000" y="1397"/>
                  </a:lnTo>
                  <a:lnTo>
                    <a:pt x="11047603" y="0"/>
                  </a:lnTo>
                  <a:close/>
                </a:path>
              </a:pathLst>
            </a:custGeom>
            <a:solidFill>
              <a:srgbClr val="334154"/>
            </a:solidFill>
          </p:spPr>
          <p:txBody>
            <a:bodyPr wrap="square" lIns="0" tIns="0" rIns="0" bIns="0" rtlCol="0"/>
            <a:lstStyle/>
            <a:p>
              <a:endParaRPr/>
            </a:p>
          </p:txBody>
        </p:sp>
        <p:sp>
          <p:nvSpPr>
            <p:cNvPr id="4" name="object 4"/>
            <p:cNvSpPr/>
            <p:nvPr/>
          </p:nvSpPr>
          <p:spPr>
            <a:xfrm>
              <a:off x="1699133" y="3333749"/>
              <a:ext cx="8794115" cy="285750"/>
            </a:xfrm>
            <a:custGeom>
              <a:avLst/>
              <a:gdLst/>
              <a:ahLst/>
              <a:cxnLst/>
              <a:rect l="l" t="t" r="r" b="b"/>
              <a:pathLst>
                <a:path w="8794115" h="285750">
                  <a:moveTo>
                    <a:pt x="285750" y="47625"/>
                  </a:moveTo>
                  <a:lnTo>
                    <a:pt x="282003" y="29095"/>
                  </a:lnTo>
                  <a:lnTo>
                    <a:pt x="271792" y="13957"/>
                  </a:lnTo>
                  <a:lnTo>
                    <a:pt x="256654" y="3746"/>
                  </a:lnTo>
                  <a:lnTo>
                    <a:pt x="238125" y="0"/>
                  </a:lnTo>
                  <a:lnTo>
                    <a:pt x="47625" y="0"/>
                  </a:lnTo>
                  <a:lnTo>
                    <a:pt x="29083" y="3746"/>
                  </a:lnTo>
                  <a:lnTo>
                    <a:pt x="13944" y="13957"/>
                  </a:lnTo>
                  <a:lnTo>
                    <a:pt x="3733" y="29095"/>
                  </a:lnTo>
                  <a:lnTo>
                    <a:pt x="0" y="47625"/>
                  </a:lnTo>
                  <a:lnTo>
                    <a:pt x="0" y="238125"/>
                  </a:lnTo>
                  <a:lnTo>
                    <a:pt x="3733" y="256667"/>
                  </a:lnTo>
                  <a:lnTo>
                    <a:pt x="13944" y="271805"/>
                  </a:lnTo>
                  <a:lnTo>
                    <a:pt x="29083" y="282016"/>
                  </a:lnTo>
                  <a:lnTo>
                    <a:pt x="47625" y="285750"/>
                  </a:lnTo>
                  <a:lnTo>
                    <a:pt x="238125" y="285750"/>
                  </a:lnTo>
                  <a:lnTo>
                    <a:pt x="256654" y="282016"/>
                  </a:lnTo>
                  <a:lnTo>
                    <a:pt x="271792" y="271805"/>
                  </a:lnTo>
                  <a:lnTo>
                    <a:pt x="282003" y="256667"/>
                  </a:lnTo>
                  <a:lnTo>
                    <a:pt x="285750" y="238125"/>
                  </a:lnTo>
                  <a:lnTo>
                    <a:pt x="285750" y="47625"/>
                  </a:lnTo>
                  <a:close/>
                </a:path>
                <a:path w="8794115" h="285750">
                  <a:moveTo>
                    <a:pt x="3121660" y="47625"/>
                  </a:moveTo>
                  <a:lnTo>
                    <a:pt x="3117913" y="29095"/>
                  </a:lnTo>
                  <a:lnTo>
                    <a:pt x="3107702" y="13957"/>
                  </a:lnTo>
                  <a:lnTo>
                    <a:pt x="3092564" y="3746"/>
                  </a:lnTo>
                  <a:lnTo>
                    <a:pt x="3074035" y="0"/>
                  </a:lnTo>
                  <a:lnTo>
                    <a:pt x="2883535" y="0"/>
                  </a:lnTo>
                  <a:lnTo>
                    <a:pt x="2864993" y="3746"/>
                  </a:lnTo>
                  <a:lnTo>
                    <a:pt x="2849854" y="13957"/>
                  </a:lnTo>
                  <a:lnTo>
                    <a:pt x="2839643" y="29095"/>
                  </a:lnTo>
                  <a:lnTo>
                    <a:pt x="2835910" y="47625"/>
                  </a:lnTo>
                  <a:lnTo>
                    <a:pt x="2835910" y="238125"/>
                  </a:lnTo>
                  <a:lnTo>
                    <a:pt x="2839643" y="256667"/>
                  </a:lnTo>
                  <a:lnTo>
                    <a:pt x="2849854" y="271805"/>
                  </a:lnTo>
                  <a:lnTo>
                    <a:pt x="2864993" y="282016"/>
                  </a:lnTo>
                  <a:lnTo>
                    <a:pt x="2883535" y="285750"/>
                  </a:lnTo>
                  <a:lnTo>
                    <a:pt x="3074035" y="285750"/>
                  </a:lnTo>
                  <a:lnTo>
                    <a:pt x="3092564" y="282016"/>
                  </a:lnTo>
                  <a:lnTo>
                    <a:pt x="3107702" y="271805"/>
                  </a:lnTo>
                  <a:lnTo>
                    <a:pt x="3117913" y="256667"/>
                  </a:lnTo>
                  <a:lnTo>
                    <a:pt x="3121660" y="238125"/>
                  </a:lnTo>
                  <a:lnTo>
                    <a:pt x="3121660" y="47625"/>
                  </a:lnTo>
                  <a:close/>
                </a:path>
                <a:path w="8794115" h="285750">
                  <a:moveTo>
                    <a:pt x="5957570" y="47625"/>
                  </a:moveTo>
                  <a:lnTo>
                    <a:pt x="5953836" y="29095"/>
                  </a:lnTo>
                  <a:lnTo>
                    <a:pt x="5943663" y="13957"/>
                  </a:lnTo>
                  <a:lnTo>
                    <a:pt x="5928525" y="3746"/>
                  </a:lnTo>
                  <a:lnTo>
                    <a:pt x="5909945" y="0"/>
                  </a:lnTo>
                  <a:lnTo>
                    <a:pt x="5719445" y="0"/>
                  </a:lnTo>
                  <a:lnTo>
                    <a:pt x="5700903" y="3746"/>
                  </a:lnTo>
                  <a:lnTo>
                    <a:pt x="5685764" y="13957"/>
                  </a:lnTo>
                  <a:lnTo>
                    <a:pt x="5675554" y="29095"/>
                  </a:lnTo>
                  <a:lnTo>
                    <a:pt x="5671820" y="47625"/>
                  </a:lnTo>
                  <a:lnTo>
                    <a:pt x="5671820" y="238125"/>
                  </a:lnTo>
                  <a:lnTo>
                    <a:pt x="5675554" y="256667"/>
                  </a:lnTo>
                  <a:lnTo>
                    <a:pt x="5685764" y="271805"/>
                  </a:lnTo>
                  <a:lnTo>
                    <a:pt x="5700903" y="282016"/>
                  </a:lnTo>
                  <a:lnTo>
                    <a:pt x="5719445" y="285750"/>
                  </a:lnTo>
                  <a:lnTo>
                    <a:pt x="5909945" y="285750"/>
                  </a:lnTo>
                  <a:lnTo>
                    <a:pt x="5928525" y="282016"/>
                  </a:lnTo>
                  <a:lnTo>
                    <a:pt x="5943663" y="271805"/>
                  </a:lnTo>
                  <a:lnTo>
                    <a:pt x="5953836" y="256667"/>
                  </a:lnTo>
                  <a:lnTo>
                    <a:pt x="5957570" y="238125"/>
                  </a:lnTo>
                  <a:lnTo>
                    <a:pt x="5957570" y="47625"/>
                  </a:lnTo>
                  <a:close/>
                </a:path>
                <a:path w="8794115" h="285750">
                  <a:moveTo>
                    <a:pt x="8793607" y="47625"/>
                  </a:moveTo>
                  <a:lnTo>
                    <a:pt x="8789860" y="29095"/>
                  </a:lnTo>
                  <a:lnTo>
                    <a:pt x="8779650" y="13957"/>
                  </a:lnTo>
                  <a:lnTo>
                    <a:pt x="8764511" y="3746"/>
                  </a:lnTo>
                  <a:lnTo>
                    <a:pt x="8745982" y="0"/>
                  </a:lnTo>
                  <a:lnTo>
                    <a:pt x="8555482" y="0"/>
                  </a:lnTo>
                  <a:lnTo>
                    <a:pt x="8536889" y="3746"/>
                  </a:lnTo>
                  <a:lnTo>
                    <a:pt x="8521763" y="13957"/>
                  </a:lnTo>
                  <a:lnTo>
                    <a:pt x="8511578" y="29095"/>
                  </a:lnTo>
                  <a:lnTo>
                    <a:pt x="8507857" y="47625"/>
                  </a:lnTo>
                  <a:lnTo>
                    <a:pt x="8507857" y="238125"/>
                  </a:lnTo>
                  <a:lnTo>
                    <a:pt x="8511578" y="256667"/>
                  </a:lnTo>
                  <a:lnTo>
                    <a:pt x="8521763" y="271805"/>
                  </a:lnTo>
                  <a:lnTo>
                    <a:pt x="8536889" y="282016"/>
                  </a:lnTo>
                  <a:lnTo>
                    <a:pt x="8555482" y="285750"/>
                  </a:lnTo>
                  <a:lnTo>
                    <a:pt x="8745982" y="285750"/>
                  </a:lnTo>
                  <a:lnTo>
                    <a:pt x="8764511" y="282016"/>
                  </a:lnTo>
                  <a:lnTo>
                    <a:pt x="8779650" y="271805"/>
                  </a:lnTo>
                  <a:lnTo>
                    <a:pt x="8789860" y="256667"/>
                  </a:lnTo>
                  <a:lnTo>
                    <a:pt x="8793607" y="238125"/>
                  </a:lnTo>
                  <a:lnTo>
                    <a:pt x="8793607" y="47625"/>
                  </a:lnTo>
                  <a:close/>
                </a:path>
              </a:pathLst>
            </a:custGeom>
            <a:solidFill>
              <a:srgbClr val="0E172A"/>
            </a:solidFill>
          </p:spPr>
          <p:txBody>
            <a:bodyPr wrap="square" lIns="0" tIns="0" rIns="0" bIns="0" rtlCol="0"/>
            <a:lstStyle/>
            <a:p>
              <a:endParaRPr/>
            </a:p>
          </p:txBody>
        </p:sp>
        <p:pic>
          <p:nvPicPr>
            <p:cNvPr id="5" name="object 5"/>
            <p:cNvPicPr/>
            <p:nvPr/>
          </p:nvPicPr>
          <p:blipFill>
            <a:blip r:embed="rId2" cstate="print"/>
            <a:stretch>
              <a:fillRect/>
            </a:stretch>
          </p:blipFill>
          <p:spPr>
            <a:xfrm>
              <a:off x="882256" y="1280794"/>
              <a:ext cx="2205355" cy="2205354"/>
            </a:xfrm>
            <a:prstGeom prst="rect">
              <a:avLst/>
            </a:prstGeom>
          </p:spPr>
        </p:pic>
        <p:pic>
          <p:nvPicPr>
            <p:cNvPr id="6" name="object 6"/>
            <p:cNvPicPr/>
            <p:nvPr/>
          </p:nvPicPr>
          <p:blipFill>
            <a:blip r:embed="rId3" cstate="print"/>
            <a:stretch>
              <a:fillRect/>
            </a:stretch>
          </p:blipFill>
          <p:spPr>
            <a:xfrm>
              <a:off x="3556507" y="1298447"/>
              <a:ext cx="2596641" cy="2197227"/>
            </a:xfrm>
            <a:prstGeom prst="rect">
              <a:avLst/>
            </a:prstGeom>
          </p:spPr>
        </p:pic>
        <p:pic>
          <p:nvPicPr>
            <p:cNvPr id="7" name="object 7"/>
            <p:cNvPicPr/>
            <p:nvPr/>
          </p:nvPicPr>
          <p:blipFill>
            <a:blip r:embed="rId4" cstate="print"/>
            <a:stretch>
              <a:fillRect/>
            </a:stretch>
          </p:blipFill>
          <p:spPr>
            <a:xfrm>
              <a:off x="6810375" y="1290319"/>
              <a:ext cx="2205354" cy="2205354"/>
            </a:xfrm>
            <a:prstGeom prst="rect">
              <a:avLst/>
            </a:prstGeom>
          </p:spPr>
        </p:pic>
        <p:pic>
          <p:nvPicPr>
            <p:cNvPr id="8" name="object 8"/>
            <p:cNvPicPr/>
            <p:nvPr/>
          </p:nvPicPr>
          <p:blipFill>
            <a:blip r:embed="rId5" cstate="print"/>
            <a:stretch>
              <a:fillRect/>
            </a:stretch>
          </p:blipFill>
          <p:spPr>
            <a:xfrm>
              <a:off x="9550145" y="1290319"/>
              <a:ext cx="2205354" cy="2205354"/>
            </a:xfrm>
            <a:prstGeom prst="rect">
              <a:avLst/>
            </a:prstGeom>
          </p:spPr>
        </p:pic>
      </p:grpSp>
      <p:sp>
        <p:nvSpPr>
          <p:cNvPr id="9" name="object 9"/>
          <p:cNvSpPr txBox="1"/>
          <p:nvPr/>
        </p:nvSpPr>
        <p:spPr>
          <a:xfrm>
            <a:off x="1218387" y="3781425"/>
            <a:ext cx="1246505" cy="345440"/>
          </a:xfrm>
          <a:prstGeom prst="rect">
            <a:avLst/>
          </a:prstGeom>
        </p:spPr>
        <p:txBody>
          <a:bodyPr vert="horz" wrap="square" lIns="0" tIns="12700" rIns="0" bIns="0" rtlCol="0">
            <a:spAutoFit/>
          </a:bodyPr>
          <a:lstStyle/>
          <a:p>
            <a:pPr marL="12700">
              <a:lnSpc>
                <a:spcPct val="100000"/>
              </a:lnSpc>
              <a:spcBef>
                <a:spcPts val="100"/>
              </a:spcBef>
            </a:pPr>
            <a:r>
              <a:rPr sz="2100" b="1" dirty="0">
                <a:solidFill>
                  <a:srgbClr val="E1E8EF"/>
                </a:solidFill>
                <a:latin typeface="Tahoma"/>
                <a:cs typeface="Tahoma"/>
              </a:rPr>
              <a:t>Mic</a:t>
            </a:r>
            <a:r>
              <a:rPr sz="2100" b="1" spc="-80" dirty="0">
                <a:solidFill>
                  <a:srgbClr val="E1E8EF"/>
                </a:solidFill>
                <a:latin typeface="Tahoma"/>
                <a:cs typeface="Tahoma"/>
              </a:rPr>
              <a:t> </a:t>
            </a:r>
            <a:r>
              <a:rPr sz="2100" b="1" spc="-90" dirty="0">
                <a:solidFill>
                  <a:srgbClr val="E1E8EF"/>
                </a:solidFill>
                <a:latin typeface="Tahoma"/>
                <a:cs typeface="Tahoma"/>
              </a:rPr>
              <a:t>Input</a:t>
            </a:r>
            <a:endParaRPr sz="2100">
              <a:latin typeface="Tahoma"/>
              <a:cs typeface="Tahoma"/>
            </a:endParaRPr>
          </a:p>
        </p:txBody>
      </p:sp>
      <p:sp>
        <p:nvSpPr>
          <p:cNvPr id="10" name="object 10"/>
          <p:cNvSpPr txBox="1"/>
          <p:nvPr/>
        </p:nvSpPr>
        <p:spPr>
          <a:xfrm>
            <a:off x="1183030" y="4415408"/>
            <a:ext cx="1319530" cy="254000"/>
          </a:xfrm>
          <a:prstGeom prst="rect">
            <a:avLst/>
          </a:prstGeom>
        </p:spPr>
        <p:txBody>
          <a:bodyPr vert="horz" wrap="square" lIns="0" tIns="12700" rIns="0" bIns="0" rtlCol="0">
            <a:spAutoFit/>
          </a:bodyPr>
          <a:lstStyle/>
          <a:p>
            <a:pPr marL="12700">
              <a:lnSpc>
                <a:spcPct val="100000"/>
              </a:lnSpc>
              <a:spcBef>
                <a:spcPts val="100"/>
              </a:spcBef>
            </a:pPr>
            <a:r>
              <a:rPr sz="1500" spc="60" dirty="0">
                <a:solidFill>
                  <a:srgbClr val="93A2B8"/>
                </a:solidFill>
                <a:latin typeface="Tahoma"/>
                <a:cs typeface="Tahoma"/>
              </a:rPr>
              <a:t>Capture</a:t>
            </a:r>
            <a:r>
              <a:rPr sz="1500" spc="-30" dirty="0">
                <a:solidFill>
                  <a:srgbClr val="93A2B8"/>
                </a:solidFill>
                <a:latin typeface="Tahoma"/>
                <a:cs typeface="Tahoma"/>
              </a:rPr>
              <a:t> </a:t>
            </a:r>
            <a:r>
              <a:rPr sz="1500" spc="60" dirty="0">
                <a:solidFill>
                  <a:srgbClr val="93A2B8"/>
                </a:solidFill>
                <a:latin typeface="Tahoma"/>
                <a:cs typeface="Tahoma"/>
              </a:rPr>
              <a:t>Audio</a:t>
            </a:r>
            <a:endParaRPr sz="1500">
              <a:latin typeface="Tahoma"/>
              <a:cs typeface="Tahoma"/>
            </a:endParaRPr>
          </a:p>
        </p:txBody>
      </p:sp>
      <p:sp>
        <p:nvSpPr>
          <p:cNvPr id="11" name="object 11"/>
          <p:cNvSpPr txBox="1"/>
          <p:nvPr/>
        </p:nvSpPr>
        <p:spPr>
          <a:xfrm>
            <a:off x="3989323" y="3781425"/>
            <a:ext cx="1377950" cy="345440"/>
          </a:xfrm>
          <a:prstGeom prst="rect">
            <a:avLst/>
          </a:prstGeom>
        </p:spPr>
        <p:txBody>
          <a:bodyPr vert="horz" wrap="square" lIns="0" tIns="12700" rIns="0" bIns="0" rtlCol="0">
            <a:spAutoFit/>
          </a:bodyPr>
          <a:lstStyle/>
          <a:p>
            <a:pPr marL="12700">
              <a:lnSpc>
                <a:spcPct val="100000"/>
              </a:lnSpc>
              <a:spcBef>
                <a:spcPts val="100"/>
              </a:spcBef>
            </a:pPr>
            <a:r>
              <a:rPr sz="2100" b="1" spc="-80" dirty="0">
                <a:solidFill>
                  <a:srgbClr val="E1E8EF"/>
                </a:solidFill>
                <a:latin typeface="Tahoma"/>
                <a:cs typeface="Tahoma"/>
              </a:rPr>
              <a:t>Whisper</a:t>
            </a:r>
            <a:r>
              <a:rPr sz="2100" b="1" spc="-45" dirty="0">
                <a:solidFill>
                  <a:srgbClr val="E1E8EF"/>
                </a:solidFill>
                <a:latin typeface="Tahoma"/>
                <a:cs typeface="Tahoma"/>
              </a:rPr>
              <a:t> </a:t>
            </a:r>
            <a:r>
              <a:rPr sz="2100" b="1" spc="-320" dirty="0">
                <a:solidFill>
                  <a:srgbClr val="E1E8EF"/>
                </a:solidFill>
                <a:latin typeface="Tahoma"/>
                <a:cs typeface="Tahoma"/>
              </a:rPr>
              <a:t>AI</a:t>
            </a:r>
            <a:endParaRPr sz="2100">
              <a:latin typeface="Tahoma"/>
              <a:cs typeface="Tahoma"/>
            </a:endParaRPr>
          </a:p>
        </p:txBody>
      </p:sp>
      <p:sp>
        <p:nvSpPr>
          <p:cNvPr id="12" name="object 12"/>
          <p:cNvSpPr txBox="1"/>
          <p:nvPr/>
        </p:nvSpPr>
        <p:spPr>
          <a:xfrm>
            <a:off x="4180713" y="4415408"/>
            <a:ext cx="994410" cy="254000"/>
          </a:xfrm>
          <a:prstGeom prst="rect">
            <a:avLst/>
          </a:prstGeom>
        </p:spPr>
        <p:txBody>
          <a:bodyPr vert="horz" wrap="square" lIns="0" tIns="12700" rIns="0" bIns="0" rtlCol="0">
            <a:spAutoFit/>
          </a:bodyPr>
          <a:lstStyle/>
          <a:p>
            <a:pPr marL="12700">
              <a:lnSpc>
                <a:spcPct val="100000"/>
              </a:lnSpc>
              <a:spcBef>
                <a:spcPts val="100"/>
              </a:spcBef>
            </a:pPr>
            <a:r>
              <a:rPr sz="1500" spc="55" dirty="0">
                <a:solidFill>
                  <a:srgbClr val="93A2B8"/>
                </a:solidFill>
                <a:latin typeface="Tahoma"/>
                <a:cs typeface="Tahoma"/>
              </a:rPr>
              <a:t>Transcribe</a:t>
            </a:r>
            <a:endParaRPr sz="1500">
              <a:latin typeface="Tahoma"/>
              <a:cs typeface="Tahoma"/>
            </a:endParaRPr>
          </a:p>
        </p:txBody>
      </p:sp>
      <p:sp>
        <p:nvSpPr>
          <p:cNvPr id="13" name="object 13"/>
          <p:cNvSpPr txBox="1"/>
          <p:nvPr/>
        </p:nvSpPr>
        <p:spPr>
          <a:xfrm>
            <a:off x="6907783" y="3781425"/>
            <a:ext cx="1213485" cy="345440"/>
          </a:xfrm>
          <a:prstGeom prst="rect">
            <a:avLst/>
          </a:prstGeom>
        </p:spPr>
        <p:txBody>
          <a:bodyPr vert="horz" wrap="square" lIns="0" tIns="12700" rIns="0" bIns="0" rtlCol="0">
            <a:spAutoFit/>
          </a:bodyPr>
          <a:lstStyle/>
          <a:p>
            <a:pPr marL="12700">
              <a:lnSpc>
                <a:spcPct val="100000"/>
              </a:lnSpc>
              <a:spcBef>
                <a:spcPts val="100"/>
              </a:spcBef>
            </a:pPr>
            <a:r>
              <a:rPr sz="2100" b="1" spc="-60" dirty="0">
                <a:solidFill>
                  <a:srgbClr val="E1E8EF"/>
                </a:solidFill>
                <a:latin typeface="Tahoma"/>
                <a:cs typeface="Tahoma"/>
              </a:rPr>
              <a:t>LLM</a:t>
            </a:r>
            <a:r>
              <a:rPr sz="2100" b="1" spc="-80" dirty="0">
                <a:solidFill>
                  <a:srgbClr val="E1E8EF"/>
                </a:solidFill>
                <a:latin typeface="Tahoma"/>
                <a:cs typeface="Tahoma"/>
              </a:rPr>
              <a:t> </a:t>
            </a:r>
            <a:r>
              <a:rPr sz="2100" b="1" spc="-30" dirty="0">
                <a:solidFill>
                  <a:srgbClr val="E1E8EF"/>
                </a:solidFill>
                <a:latin typeface="Tahoma"/>
                <a:cs typeface="Tahoma"/>
              </a:rPr>
              <a:t>Core</a:t>
            </a:r>
            <a:endParaRPr sz="2100">
              <a:latin typeface="Tahoma"/>
              <a:cs typeface="Tahoma"/>
            </a:endParaRPr>
          </a:p>
        </p:txBody>
      </p:sp>
      <p:sp>
        <p:nvSpPr>
          <p:cNvPr id="14" name="object 14"/>
          <p:cNvSpPr txBox="1"/>
          <p:nvPr/>
        </p:nvSpPr>
        <p:spPr>
          <a:xfrm>
            <a:off x="7030593" y="4415408"/>
            <a:ext cx="968375" cy="254000"/>
          </a:xfrm>
          <a:prstGeom prst="rect">
            <a:avLst/>
          </a:prstGeom>
        </p:spPr>
        <p:txBody>
          <a:bodyPr vert="horz" wrap="square" lIns="0" tIns="12700" rIns="0" bIns="0" rtlCol="0">
            <a:spAutoFit/>
          </a:bodyPr>
          <a:lstStyle/>
          <a:p>
            <a:pPr marL="12700">
              <a:lnSpc>
                <a:spcPct val="100000"/>
              </a:lnSpc>
              <a:spcBef>
                <a:spcPts val="100"/>
              </a:spcBef>
            </a:pPr>
            <a:r>
              <a:rPr sz="1500" spc="45" dirty="0">
                <a:solidFill>
                  <a:srgbClr val="93A2B8"/>
                </a:solidFill>
                <a:latin typeface="Tahoma"/>
                <a:cs typeface="Tahoma"/>
              </a:rPr>
              <a:t>Reasoning</a:t>
            </a:r>
            <a:endParaRPr sz="1500">
              <a:latin typeface="Tahoma"/>
              <a:cs typeface="Tahoma"/>
            </a:endParaRPr>
          </a:p>
        </p:txBody>
      </p:sp>
      <p:sp>
        <p:nvSpPr>
          <p:cNvPr id="15" name="object 15"/>
          <p:cNvSpPr txBox="1"/>
          <p:nvPr/>
        </p:nvSpPr>
        <p:spPr>
          <a:xfrm>
            <a:off x="9812528" y="3781425"/>
            <a:ext cx="1076960" cy="345440"/>
          </a:xfrm>
          <a:prstGeom prst="rect">
            <a:avLst/>
          </a:prstGeom>
        </p:spPr>
        <p:txBody>
          <a:bodyPr vert="horz" wrap="square" lIns="0" tIns="12700" rIns="0" bIns="0" rtlCol="0">
            <a:spAutoFit/>
          </a:bodyPr>
          <a:lstStyle/>
          <a:p>
            <a:pPr marL="12700">
              <a:lnSpc>
                <a:spcPct val="100000"/>
              </a:lnSpc>
              <a:spcBef>
                <a:spcPts val="100"/>
              </a:spcBef>
            </a:pPr>
            <a:r>
              <a:rPr sz="2100" b="1" spc="-45" dirty="0">
                <a:solidFill>
                  <a:srgbClr val="E1E8EF"/>
                </a:solidFill>
                <a:latin typeface="Tahoma"/>
                <a:cs typeface="Tahoma"/>
              </a:rPr>
              <a:t>Speaker</a:t>
            </a:r>
            <a:endParaRPr sz="2100">
              <a:latin typeface="Tahoma"/>
              <a:cs typeface="Tahoma"/>
            </a:endParaRPr>
          </a:p>
        </p:txBody>
      </p:sp>
      <p:sp>
        <p:nvSpPr>
          <p:cNvPr id="16" name="object 16"/>
          <p:cNvSpPr txBox="1"/>
          <p:nvPr/>
        </p:nvSpPr>
        <p:spPr>
          <a:xfrm>
            <a:off x="9821418" y="4415408"/>
            <a:ext cx="1059180" cy="254000"/>
          </a:xfrm>
          <a:prstGeom prst="rect">
            <a:avLst/>
          </a:prstGeom>
        </p:spPr>
        <p:txBody>
          <a:bodyPr vert="horz" wrap="square" lIns="0" tIns="12700" rIns="0" bIns="0" rtlCol="0">
            <a:spAutoFit/>
          </a:bodyPr>
          <a:lstStyle/>
          <a:p>
            <a:pPr marL="12700">
              <a:lnSpc>
                <a:spcPct val="100000"/>
              </a:lnSpc>
              <a:spcBef>
                <a:spcPts val="100"/>
              </a:spcBef>
            </a:pPr>
            <a:r>
              <a:rPr sz="1500" spc="95" dirty="0">
                <a:solidFill>
                  <a:srgbClr val="93A2B8"/>
                </a:solidFill>
                <a:latin typeface="Tahoma"/>
                <a:cs typeface="Tahoma"/>
              </a:rPr>
              <a:t>TTS</a:t>
            </a:r>
            <a:r>
              <a:rPr sz="1500" spc="-55" dirty="0">
                <a:solidFill>
                  <a:srgbClr val="93A2B8"/>
                </a:solidFill>
                <a:latin typeface="Tahoma"/>
                <a:cs typeface="Tahoma"/>
              </a:rPr>
              <a:t> </a:t>
            </a:r>
            <a:r>
              <a:rPr sz="1500" spc="-10" dirty="0">
                <a:solidFill>
                  <a:srgbClr val="93A2B8"/>
                </a:solidFill>
                <a:latin typeface="Tahoma"/>
                <a:cs typeface="Tahoma"/>
              </a:rPr>
              <a:t>Output</a:t>
            </a:r>
            <a:endParaRPr sz="1500">
              <a:latin typeface="Tahoma"/>
              <a:cs typeface="Tahoma"/>
            </a:endParaRPr>
          </a:p>
        </p:txBody>
      </p:sp>
      <p:sp>
        <p:nvSpPr>
          <p:cNvPr id="17" name="object 17"/>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70" dirty="0"/>
              <a:t>Audio</a:t>
            </a:r>
            <a:r>
              <a:rPr spc="-155" dirty="0"/>
              <a:t> </a:t>
            </a:r>
            <a:r>
              <a:rPr spc="-80" dirty="0"/>
              <a:t>Pipeline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9553" y="2799969"/>
            <a:ext cx="4318000" cy="1749425"/>
          </a:xfrm>
          <a:prstGeom prst="rect">
            <a:avLst/>
          </a:prstGeom>
        </p:spPr>
        <p:txBody>
          <a:bodyPr vert="horz" wrap="square" lIns="0" tIns="12700" rIns="0" bIns="0" rtlCol="0">
            <a:spAutoFit/>
          </a:bodyPr>
          <a:lstStyle/>
          <a:p>
            <a:pPr marL="12700">
              <a:lnSpc>
                <a:spcPct val="100000"/>
              </a:lnSpc>
              <a:spcBef>
                <a:spcPts val="100"/>
              </a:spcBef>
            </a:pPr>
            <a:r>
              <a:rPr sz="2100" b="1" spc="-80" dirty="0">
                <a:solidFill>
                  <a:srgbClr val="E1E8EF"/>
                </a:solidFill>
                <a:latin typeface="Tahoma"/>
                <a:cs typeface="Tahoma"/>
              </a:rPr>
              <a:t>High-</a:t>
            </a:r>
            <a:r>
              <a:rPr sz="2100" b="1" spc="-75" dirty="0">
                <a:solidFill>
                  <a:srgbClr val="E1E8EF"/>
                </a:solidFill>
                <a:latin typeface="Tahoma"/>
                <a:cs typeface="Tahoma"/>
              </a:rPr>
              <a:t>Level</a:t>
            </a:r>
            <a:r>
              <a:rPr sz="2100" b="1" spc="-10" dirty="0">
                <a:solidFill>
                  <a:srgbClr val="E1E8EF"/>
                </a:solidFill>
                <a:latin typeface="Tahoma"/>
                <a:cs typeface="Tahoma"/>
              </a:rPr>
              <a:t> Reasoning</a:t>
            </a:r>
            <a:endParaRPr sz="2100">
              <a:latin typeface="Tahoma"/>
              <a:cs typeface="Tahoma"/>
            </a:endParaRPr>
          </a:p>
          <a:p>
            <a:pPr marL="12700">
              <a:lnSpc>
                <a:spcPct val="100000"/>
              </a:lnSpc>
              <a:spcBef>
                <a:spcPts val="2475"/>
              </a:spcBef>
            </a:pPr>
            <a:r>
              <a:rPr sz="1500" b="1" dirty="0">
                <a:solidFill>
                  <a:srgbClr val="93A2B8"/>
                </a:solidFill>
                <a:latin typeface="Tahoma"/>
                <a:cs typeface="Tahoma"/>
              </a:rPr>
              <a:t>LLaMA</a:t>
            </a:r>
            <a:r>
              <a:rPr sz="1500" b="1" spc="-55" dirty="0">
                <a:solidFill>
                  <a:srgbClr val="93A2B8"/>
                </a:solidFill>
                <a:latin typeface="Tahoma"/>
                <a:cs typeface="Tahoma"/>
              </a:rPr>
              <a:t> </a:t>
            </a:r>
            <a:r>
              <a:rPr sz="1500" b="1" spc="-285" dirty="0">
                <a:solidFill>
                  <a:srgbClr val="93A2B8"/>
                </a:solidFill>
                <a:latin typeface="Tahoma"/>
                <a:cs typeface="Tahoma"/>
              </a:rPr>
              <a:t>/</a:t>
            </a:r>
            <a:r>
              <a:rPr sz="1500" b="1" spc="-55" dirty="0">
                <a:solidFill>
                  <a:srgbClr val="93A2B8"/>
                </a:solidFill>
                <a:latin typeface="Tahoma"/>
                <a:cs typeface="Tahoma"/>
              </a:rPr>
              <a:t> </a:t>
            </a:r>
            <a:r>
              <a:rPr sz="1500" b="1" spc="-10" dirty="0">
                <a:solidFill>
                  <a:srgbClr val="93A2B8"/>
                </a:solidFill>
                <a:latin typeface="Tahoma"/>
                <a:cs typeface="Tahoma"/>
              </a:rPr>
              <a:t>Mistral</a:t>
            </a:r>
            <a:endParaRPr sz="1500">
              <a:latin typeface="Tahoma"/>
              <a:cs typeface="Tahoma"/>
            </a:endParaRPr>
          </a:p>
          <a:p>
            <a:pPr marL="12700" marR="5080">
              <a:lnSpc>
                <a:spcPct val="160000"/>
              </a:lnSpc>
              <a:spcBef>
                <a:spcPts val="1020"/>
              </a:spcBef>
            </a:pPr>
            <a:r>
              <a:rPr sz="1500" spc="100" dirty="0">
                <a:solidFill>
                  <a:srgbClr val="93A2B8"/>
                </a:solidFill>
                <a:latin typeface="Tahoma"/>
                <a:cs typeface="Tahoma"/>
              </a:rPr>
              <a:t>Used</a:t>
            </a:r>
            <a:r>
              <a:rPr sz="1500" spc="-45" dirty="0">
                <a:solidFill>
                  <a:srgbClr val="93A2B8"/>
                </a:solidFill>
                <a:latin typeface="Tahoma"/>
                <a:cs typeface="Tahoma"/>
              </a:rPr>
              <a:t> </a:t>
            </a:r>
            <a:r>
              <a:rPr sz="1500" spc="55" dirty="0">
                <a:solidFill>
                  <a:srgbClr val="93A2B8"/>
                </a:solidFill>
                <a:latin typeface="Tahoma"/>
                <a:cs typeface="Tahoma"/>
              </a:rPr>
              <a:t>for</a:t>
            </a:r>
            <a:r>
              <a:rPr sz="1500" spc="-35" dirty="0">
                <a:solidFill>
                  <a:srgbClr val="93A2B8"/>
                </a:solidFill>
                <a:latin typeface="Tahoma"/>
                <a:cs typeface="Tahoma"/>
              </a:rPr>
              <a:t> </a:t>
            </a:r>
            <a:r>
              <a:rPr sz="1500" spc="75" dirty="0">
                <a:solidFill>
                  <a:srgbClr val="93A2B8"/>
                </a:solidFill>
                <a:latin typeface="Tahoma"/>
                <a:cs typeface="Tahoma"/>
              </a:rPr>
              <a:t>complex</a:t>
            </a:r>
            <a:r>
              <a:rPr sz="1500" spc="-30" dirty="0">
                <a:solidFill>
                  <a:srgbClr val="93A2B8"/>
                </a:solidFill>
                <a:latin typeface="Tahoma"/>
                <a:cs typeface="Tahoma"/>
              </a:rPr>
              <a:t> </a:t>
            </a:r>
            <a:r>
              <a:rPr sz="1500" spc="50" dirty="0">
                <a:solidFill>
                  <a:srgbClr val="93A2B8"/>
                </a:solidFill>
                <a:latin typeface="Tahoma"/>
                <a:cs typeface="Tahoma"/>
              </a:rPr>
              <a:t>conversation,</a:t>
            </a:r>
            <a:r>
              <a:rPr sz="1500" spc="-30" dirty="0">
                <a:solidFill>
                  <a:srgbClr val="93A2B8"/>
                </a:solidFill>
                <a:latin typeface="Tahoma"/>
                <a:cs typeface="Tahoma"/>
              </a:rPr>
              <a:t> </a:t>
            </a:r>
            <a:r>
              <a:rPr sz="1500" spc="45" dirty="0">
                <a:solidFill>
                  <a:srgbClr val="93A2B8"/>
                </a:solidFill>
                <a:latin typeface="Tahoma"/>
                <a:cs typeface="Tahoma"/>
              </a:rPr>
              <a:t>context understanding,</a:t>
            </a:r>
            <a:r>
              <a:rPr sz="1500" spc="-45" dirty="0">
                <a:solidFill>
                  <a:srgbClr val="93A2B8"/>
                </a:solidFill>
                <a:latin typeface="Tahoma"/>
                <a:cs typeface="Tahoma"/>
              </a:rPr>
              <a:t> </a:t>
            </a:r>
            <a:r>
              <a:rPr sz="1500" spc="60" dirty="0">
                <a:solidFill>
                  <a:srgbClr val="93A2B8"/>
                </a:solidFill>
                <a:latin typeface="Tahoma"/>
                <a:cs typeface="Tahoma"/>
              </a:rPr>
              <a:t>and</a:t>
            </a:r>
            <a:r>
              <a:rPr sz="1500" spc="-35" dirty="0">
                <a:solidFill>
                  <a:srgbClr val="93A2B8"/>
                </a:solidFill>
                <a:latin typeface="Tahoma"/>
                <a:cs typeface="Tahoma"/>
              </a:rPr>
              <a:t> </a:t>
            </a:r>
            <a:r>
              <a:rPr sz="1500" spc="55" dirty="0">
                <a:solidFill>
                  <a:srgbClr val="93A2B8"/>
                </a:solidFill>
                <a:latin typeface="Tahoma"/>
                <a:cs typeface="Tahoma"/>
              </a:rPr>
              <a:t>general</a:t>
            </a:r>
            <a:r>
              <a:rPr sz="1500" spc="-30" dirty="0">
                <a:solidFill>
                  <a:srgbClr val="93A2B8"/>
                </a:solidFill>
                <a:latin typeface="Tahoma"/>
                <a:cs typeface="Tahoma"/>
              </a:rPr>
              <a:t> </a:t>
            </a:r>
            <a:r>
              <a:rPr sz="1500" spc="70" dirty="0">
                <a:solidFill>
                  <a:srgbClr val="93A2B8"/>
                </a:solidFill>
                <a:latin typeface="Tahoma"/>
                <a:cs typeface="Tahoma"/>
              </a:rPr>
              <a:t>knowledge</a:t>
            </a:r>
            <a:r>
              <a:rPr sz="1500" spc="-25" dirty="0">
                <a:solidFill>
                  <a:srgbClr val="93A2B8"/>
                </a:solidFill>
                <a:latin typeface="Tahoma"/>
                <a:cs typeface="Tahoma"/>
              </a:rPr>
              <a:t> </a:t>
            </a:r>
            <a:r>
              <a:rPr sz="1500" spc="40" dirty="0">
                <a:solidFill>
                  <a:srgbClr val="93A2B8"/>
                </a:solidFill>
                <a:latin typeface="Tahoma"/>
                <a:cs typeface="Tahoma"/>
              </a:rPr>
              <a:t>queries.</a:t>
            </a:r>
            <a:endParaRPr sz="1500">
              <a:latin typeface="Tahoma"/>
              <a:cs typeface="Tahoma"/>
            </a:endParaRPr>
          </a:p>
        </p:txBody>
      </p:sp>
      <p:sp>
        <p:nvSpPr>
          <p:cNvPr id="3" name="object 3"/>
          <p:cNvSpPr txBox="1"/>
          <p:nvPr/>
        </p:nvSpPr>
        <p:spPr>
          <a:xfrm>
            <a:off x="6712711" y="2799969"/>
            <a:ext cx="3881120" cy="2115820"/>
          </a:xfrm>
          <a:prstGeom prst="rect">
            <a:avLst/>
          </a:prstGeom>
        </p:spPr>
        <p:txBody>
          <a:bodyPr vert="horz" wrap="square" lIns="0" tIns="12700" rIns="0" bIns="0" rtlCol="0">
            <a:spAutoFit/>
          </a:bodyPr>
          <a:lstStyle/>
          <a:p>
            <a:pPr marL="12700">
              <a:lnSpc>
                <a:spcPct val="100000"/>
              </a:lnSpc>
              <a:spcBef>
                <a:spcPts val="100"/>
              </a:spcBef>
            </a:pPr>
            <a:r>
              <a:rPr sz="2100" b="1" spc="-10" dirty="0">
                <a:solidFill>
                  <a:srgbClr val="E1E8EF"/>
                </a:solidFill>
                <a:latin typeface="Tahoma"/>
                <a:cs typeface="Tahoma"/>
              </a:rPr>
              <a:t>Fast</a:t>
            </a:r>
            <a:r>
              <a:rPr sz="2100" b="1" spc="-125" dirty="0">
                <a:solidFill>
                  <a:srgbClr val="E1E8EF"/>
                </a:solidFill>
                <a:latin typeface="Tahoma"/>
                <a:cs typeface="Tahoma"/>
              </a:rPr>
              <a:t> </a:t>
            </a:r>
            <a:r>
              <a:rPr sz="2100" b="1" spc="-10" dirty="0">
                <a:solidFill>
                  <a:srgbClr val="E1E8EF"/>
                </a:solidFill>
                <a:latin typeface="Tahoma"/>
                <a:cs typeface="Tahoma"/>
              </a:rPr>
              <a:t>Response</a:t>
            </a:r>
            <a:endParaRPr sz="2100">
              <a:latin typeface="Tahoma"/>
              <a:cs typeface="Tahoma"/>
            </a:endParaRPr>
          </a:p>
          <a:p>
            <a:pPr marL="12700">
              <a:lnSpc>
                <a:spcPct val="100000"/>
              </a:lnSpc>
              <a:spcBef>
                <a:spcPts val="2475"/>
              </a:spcBef>
            </a:pPr>
            <a:r>
              <a:rPr sz="1500" b="1" spc="-25" dirty="0">
                <a:solidFill>
                  <a:srgbClr val="93A2B8"/>
                </a:solidFill>
                <a:latin typeface="Tahoma"/>
                <a:cs typeface="Tahoma"/>
              </a:rPr>
              <a:t>TinyDolphin</a:t>
            </a:r>
            <a:r>
              <a:rPr sz="1500" b="1" spc="-45" dirty="0">
                <a:solidFill>
                  <a:srgbClr val="93A2B8"/>
                </a:solidFill>
                <a:latin typeface="Tahoma"/>
                <a:cs typeface="Tahoma"/>
              </a:rPr>
              <a:t> </a:t>
            </a:r>
            <a:r>
              <a:rPr sz="1500" b="1" spc="-285" dirty="0">
                <a:solidFill>
                  <a:srgbClr val="93A2B8"/>
                </a:solidFill>
                <a:latin typeface="Tahoma"/>
                <a:cs typeface="Tahoma"/>
              </a:rPr>
              <a:t>/</a:t>
            </a:r>
            <a:r>
              <a:rPr sz="1500" b="1" spc="-75" dirty="0">
                <a:solidFill>
                  <a:srgbClr val="93A2B8"/>
                </a:solidFill>
                <a:latin typeface="Tahoma"/>
                <a:cs typeface="Tahoma"/>
              </a:rPr>
              <a:t> </a:t>
            </a:r>
            <a:r>
              <a:rPr sz="1500" b="1" spc="-20" dirty="0">
                <a:solidFill>
                  <a:srgbClr val="93A2B8"/>
                </a:solidFill>
                <a:latin typeface="Tahoma"/>
                <a:cs typeface="Tahoma"/>
              </a:rPr>
              <a:t>Gemma</a:t>
            </a:r>
            <a:endParaRPr sz="1500">
              <a:latin typeface="Tahoma"/>
              <a:cs typeface="Tahoma"/>
            </a:endParaRPr>
          </a:p>
          <a:p>
            <a:pPr marL="12700" marR="5080">
              <a:lnSpc>
                <a:spcPct val="160000"/>
              </a:lnSpc>
              <a:spcBef>
                <a:spcPts val="1020"/>
              </a:spcBef>
            </a:pPr>
            <a:r>
              <a:rPr sz="1500" spc="45" dirty="0">
                <a:solidFill>
                  <a:srgbClr val="93A2B8"/>
                </a:solidFill>
                <a:latin typeface="Tahoma"/>
                <a:cs typeface="Tahoma"/>
              </a:rPr>
              <a:t>Lightweight</a:t>
            </a:r>
            <a:r>
              <a:rPr sz="1500" spc="-35" dirty="0">
                <a:solidFill>
                  <a:srgbClr val="93A2B8"/>
                </a:solidFill>
                <a:latin typeface="Tahoma"/>
                <a:cs typeface="Tahoma"/>
              </a:rPr>
              <a:t> </a:t>
            </a:r>
            <a:r>
              <a:rPr sz="1500" spc="70" dirty="0">
                <a:solidFill>
                  <a:srgbClr val="93A2B8"/>
                </a:solidFill>
                <a:latin typeface="Tahoma"/>
                <a:cs typeface="Tahoma"/>
              </a:rPr>
              <a:t>models</a:t>
            </a:r>
            <a:r>
              <a:rPr sz="1500" spc="-30" dirty="0">
                <a:solidFill>
                  <a:srgbClr val="93A2B8"/>
                </a:solidFill>
                <a:latin typeface="Tahoma"/>
                <a:cs typeface="Tahoma"/>
              </a:rPr>
              <a:t> </a:t>
            </a:r>
            <a:r>
              <a:rPr sz="1500" spc="60" dirty="0">
                <a:solidFill>
                  <a:srgbClr val="93A2B8"/>
                </a:solidFill>
                <a:latin typeface="Tahoma"/>
                <a:cs typeface="Tahoma"/>
              </a:rPr>
              <a:t>optimized</a:t>
            </a:r>
            <a:r>
              <a:rPr sz="1500" spc="-50" dirty="0">
                <a:solidFill>
                  <a:srgbClr val="93A2B8"/>
                </a:solidFill>
                <a:latin typeface="Tahoma"/>
                <a:cs typeface="Tahoma"/>
              </a:rPr>
              <a:t> </a:t>
            </a:r>
            <a:r>
              <a:rPr sz="1500" spc="55" dirty="0">
                <a:solidFill>
                  <a:srgbClr val="93A2B8"/>
                </a:solidFill>
                <a:latin typeface="Tahoma"/>
                <a:cs typeface="Tahoma"/>
              </a:rPr>
              <a:t>for</a:t>
            </a:r>
            <a:r>
              <a:rPr sz="1500" spc="-30" dirty="0">
                <a:solidFill>
                  <a:srgbClr val="93A2B8"/>
                </a:solidFill>
                <a:latin typeface="Tahoma"/>
                <a:cs typeface="Tahoma"/>
              </a:rPr>
              <a:t> </a:t>
            </a:r>
            <a:r>
              <a:rPr sz="1500" spc="75" dirty="0">
                <a:solidFill>
                  <a:srgbClr val="93A2B8"/>
                </a:solidFill>
                <a:latin typeface="Tahoma"/>
                <a:cs typeface="Tahoma"/>
              </a:rPr>
              <a:t>specific </a:t>
            </a:r>
            <a:r>
              <a:rPr sz="1500" spc="70" dirty="0">
                <a:solidFill>
                  <a:srgbClr val="93A2B8"/>
                </a:solidFill>
                <a:latin typeface="Tahoma"/>
                <a:cs typeface="Tahoma"/>
              </a:rPr>
              <a:t>command</a:t>
            </a:r>
            <a:r>
              <a:rPr sz="1500" spc="-30" dirty="0">
                <a:solidFill>
                  <a:srgbClr val="93A2B8"/>
                </a:solidFill>
                <a:latin typeface="Tahoma"/>
                <a:cs typeface="Tahoma"/>
              </a:rPr>
              <a:t> </a:t>
            </a:r>
            <a:r>
              <a:rPr sz="1500" spc="60" dirty="0">
                <a:solidFill>
                  <a:srgbClr val="93A2B8"/>
                </a:solidFill>
                <a:latin typeface="Tahoma"/>
                <a:cs typeface="Tahoma"/>
              </a:rPr>
              <a:t>detection</a:t>
            </a:r>
            <a:r>
              <a:rPr sz="1500" spc="-55" dirty="0">
                <a:solidFill>
                  <a:srgbClr val="93A2B8"/>
                </a:solidFill>
                <a:latin typeface="Tahoma"/>
                <a:cs typeface="Tahoma"/>
              </a:rPr>
              <a:t> </a:t>
            </a:r>
            <a:r>
              <a:rPr sz="1500" spc="60" dirty="0">
                <a:solidFill>
                  <a:srgbClr val="93A2B8"/>
                </a:solidFill>
                <a:latin typeface="Tahoma"/>
                <a:cs typeface="Tahoma"/>
              </a:rPr>
              <a:t>and</a:t>
            </a:r>
            <a:r>
              <a:rPr sz="1500" spc="-40" dirty="0">
                <a:solidFill>
                  <a:srgbClr val="93A2B8"/>
                </a:solidFill>
                <a:latin typeface="Tahoma"/>
                <a:cs typeface="Tahoma"/>
              </a:rPr>
              <a:t> </a:t>
            </a:r>
            <a:r>
              <a:rPr sz="1500" spc="60" dirty="0">
                <a:solidFill>
                  <a:srgbClr val="93A2B8"/>
                </a:solidFill>
                <a:latin typeface="Tahoma"/>
                <a:cs typeface="Tahoma"/>
              </a:rPr>
              <a:t>quick,</a:t>
            </a:r>
            <a:r>
              <a:rPr sz="1500" spc="-45" dirty="0">
                <a:solidFill>
                  <a:srgbClr val="93A2B8"/>
                </a:solidFill>
                <a:latin typeface="Tahoma"/>
                <a:cs typeface="Tahoma"/>
              </a:rPr>
              <a:t> </a:t>
            </a:r>
            <a:r>
              <a:rPr sz="1500" spc="70" dirty="0">
                <a:solidFill>
                  <a:srgbClr val="93A2B8"/>
                </a:solidFill>
                <a:latin typeface="Tahoma"/>
                <a:cs typeface="Tahoma"/>
              </a:rPr>
              <a:t>casual</a:t>
            </a:r>
            <a:r>
              <a:rPr sz="1500" spc="-35" dirty="0">
                <a:solidFill>
                  <a:srgbClr val="93A2B8"/>
                </a:solidFill>
                <a:latin typeface="Tahoma"/>
                <a:cs typeface="Tahoma"/>
              </a:rPr>
              <a:t> </a:t>
            </a:r>
            <a:r>
              <a:rPr sz="1500" spc="35" dirty="0">
                <a:solidFill>
                  <a:srgbClr val="93A2B8"/>
                </a:solidFill>
                <a:latin typeface="Tahoma"/>
                <a:cs typeface="Tahoma"/>
              </a:rPr>
              <a:t>chat interactions.</a:t>
            </a:r>
            <a:endParaRPr sz="1500">
              <a:latin typeface="Tahoma"/>
              <a:cs typeface="Tahoma"/>
            </a:endParaRPr>
          </a:p>
        </p:txBody>
      </p:sp>
      <p:sp>
        <p:nvSpPr>
          <p:cNvPr id="4" name="object 4"/>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85" dirty="0"/>
              <a:t>The</a:t>
            </a:r>
            <a:r>
              <a:rPr spc="-140" dirty="0"/>
              <a:t> </a:t>
            </a:r>
            <a:r>
              <a:rPr spc="-50" dirty="0"/>
              <a:t>Cognitive</a:t>
            </a:r>
            <a:r>
              <a:rPr spc="-145" dirty="0"/>
              <a:t> </a:t>
            </a:r>
            <a:r>
              <a:rPr spc="-10" dirty="0"/>
              <a:t>Stack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13131" y="1266825"/>
            <a:ext cx="11423650" cy="2352675"/>
            <a:chOff x="313131" y="1266825"/>
            <a:chExt cx="11423650" cy="2352675"/>
          </a:xfrm>
        </p:grpSpPr>
        <p:sp>
          <p:nvSpPr>
            <p:cNvPr id="3" name="object 3"/>
            <p:cNvSpPr/>
            <p:nvPr/>
          </p:nvSpPr>
          <p:spPr>
            <a:xfrm>
              <a:off x="571500" y="3476625"/>
              <a:ext cx="11049000" cy="19050"/>
            </a:xfrm>
            <a:custGeom>
              <a:avLst/>
              <a:gdLst/>
              <a:ahLst/>
              <a:cxnLst/>
              <a:rect l="l" t="t" r="r" b="b"/>
              <a:pathLst>
                <a:path w="11049000" h="19050">
                  <a:moveTo>
                    <a:pt x="11047603" y="0"/>
                  </a:moveTo>
                  <a:lnTo>
                    <a:pt x="1422" y="0"/>
                  </a:lnTo>
                  <a:lnTo>
                    <a:pt x="0" y="1397"/>
                  </a:lnTo>
                  <a:lnTo>
                    <a:pt x="0" y="3175"/>
                  </a:lnTo>
                  <a:lnTo>
                    <a:pt x="0" y="17652"/>
                  </a:lnTo>
                  <a:lnTo>
                    <a:pt x="1422" y="19050"/>
                  </a:lnTo>
                  <a:lnTo>
                    <a:pt x="11047603" y="19050"/>
                  </a:lnTo>
                  <a:lnTo>
                    <a:pt x="11049000" y="17652"/>
                  </a:lnTo>
                  <a:lnTo>
                    <a:pt x="11049000" y="1397"/>
                  </a:lnTo>
                  <a:lnTo>
                    <a:pt x="11047603" y="0"/>
                  </a:lnTo>
                  <a:close/>
                </a:path>
              </a:pathLst>
            </a:custGeom>
            <a:solidFill>
              <a:srgbClr val="334154"/>
            </a:solidFill>
          </p:spPr>
          <p:txBody>
            <a:bodyPr wrap="square" lIns="0" tIns="0" rIns="0" bIns="0" rtlCol="0"/>
            <a:lstStyle/>
            <a:p>
              <a:endParaRPr/>
            </a:p>
          </p:txBody>
        </p:sp>
        <p:sp>
          <p:nvSpPr>
            <p:cNvPr id="4" name="object 4"/>
            <p:cNvSpPr/>
            <p:nvPr/>
          </p:nvSpPr>
          <p:spPr>
            <a:xfrm>
              <a:off x="1699133" y="3333749"/>
              <a:ext cx="8794115" cy="285750"/>
            </a:xfrm>
            <a:custGeom>
              <a:avLst/>
              <a:gdLst/>
              <a:ahLst/>
              <a:cxnLst/>
              <a:rect l="l" t="t" r="r" b="b"/>
              <a:pathLst>
                <a:path w="8794115" h="285750">
                  <a:moveTo>
                    <a:pt x="285750" y="47625"/>
                  </a:moveTo>
                  <a:lnTo>
                    <a:pt x="282003" y="29095"/>
                  </a:lnTo>
                  <a:lnTo>
                    <a:pt x="271792" y="13957"/>
                  </a:lnTo>
                  <a:lnTo>
                    <a:pt x="256654" y="3746"/>
                  </a:lnTo>
                  <a:lnTo>
                    <a:pt x="238125" y="0"/>
                  </a:lnTo>
                  <a:lnTo>
                    <a:pt x="47625" y="0"/>
                  </a:lnTo>
                  <a:lnTo>
                    <a:pt x="29083" y="3746"/>
                  </a:lnTo>
                  <a:lnTo>
                    <a:pt x="13944" y="13957"/>
                  </a:lnTo>
                  <a:lnTo>
                    <a:pt x="3733" y="29095"/>
                  </a:lnTo>
                  <a:lnTo>
                    <a:pt x="0" y="47625"/>
                  </a:lnTo>
                  <a:lnTo>
                    <a:pt x="0" y="238125"/>
                  </a:lnTo>
                  <a:lnTo>
                    <a:pt x="3733" y="256667"/>
                  </a:lnTo>
                  <a:lnTo>
                    <a:pt x="13944" y="271805"/>
                  </a:lnTo>
                  <a:lnTo>
                    <a:pt x="29083" y="282016"/>
                  </a:lnTo>
                  <a:lnTo>
                    <a:pt x="47625" y="285750"/>
                  </a:lnTo>
                  <a:lnTo>
                    <a:pt x="238125" y="285750"/>
                  </a:lnTo>
                  <a:lnTo>
                    <a:pt x="256654" y="282016"/>
                  </a:lnTo>
                  <a:lnTo>
                    <a:pt x="271792" y="271805"/>
                  </a:lnTo>
                  <a:lnTo>
                    <a:pt x="282003" y="256667"/>
                  </a:lnTo>
                  <a:lnTo>
                    <a:pt x="285750" y="238125"/>
                  </a:lnTo>
                  <a:lnTo>
                    <a:pt x="285750" y="47625"/>
                  </a:lnTo>
                  <a:close/>
                </a:path>
                <a:path w="8794115" h="285750">
                  <a:moveTo>
                    <a:pt x="3121660" y="47625"/>
                  </a:moveTo>
                  <a:lnTo>
                    <a:pt x="3117913" y="29095"/>
                  </a:lnTo>
                  <a:lnTo>
                    <a:pt x="3107702" y="13957"/>
                  </a:lnTo>
                  <a:lnTo>
                    <a:pt x="3092564" y="3746"/>
                  </a:lnTo>
                  <a:lnTo>
                    <a:pt x="3074035" y="0"/>
                  </a:lnTo>
                  <a:lnTo>
                    <a:pt x="2883535" y="0"/>
                  </a:lnTo>
                  <a:lnTo>
                    <a:pt x="2864993" y="3746"/>
                  </a:lnTo>
                  <a:lnTo>
                    <a:pt x="2849854" y="13957"/>
                  </a:lnTo>
                  <a:lnTo>
                    <a:pt x="2839643" y="29095"/>
                  </a:lnTo>
                  <a:lnTo>
                    <a:pt x="2835910" y="47625"/>
                  </a:lnTo>
                  <a:lnTo>
                    <a:pt x="2835910" y="238125"/>
                  </a:lnTo>
                  <a:lnTo>
                    <a:pt x="2839643" y="256667"/>
                  </a:lnTo>
                  <a:lnTo>
                    <a:pt x="2849854" y="271805"/>
                  </a:lnTo>
                  <a:lnTo>
                    <a:pt x="2864993" y="282016"/>
                  </a:lnTo>
                  <a:lnTo>
                    <a:pt x="2883535" y="285750"/>
                  </a:lnTo>
                  <a:lnTo>
                    <a:pt x="3074035" y="285750"/>
                  </a:lnTo>
                  <a:lnTo>
                    <a:pt x="3092564" y="282016"/>
                  </a:lnTo>
                  <a:lnTo>
                    <a:pt x="3107702" y="271805"/>
                  </a:lnTo>
                  <a:lnTo>
                    <a:pt x="3117913" y="256667"/>
                  </a:lnTo>
                  <a:lnTo>
                    <a:pt x="3121660" y="238125"/>
                  </a:lnTo>
                  <a:lnTo>
                    <a:pt x="3121660" y="47625"/>
                  </a:lnTo>
                  <a:close/>
                </a:path>
                <a:path w="8794115" h="285750">
                  <a:moveTo>
                    <a:pt x="5957570" y="47625"/>
                  </a:moveTo>
                  <a:lnTo>
                    <a:pt x="5953836" y="29095"/>
                  </a:lnTo>
                  <a:lnTo>
                    <a:pt x="5943663" y="13957"/>
                  </a:lnTo>
                  <a:lnTo>
                    <a:pt x="5928525" y="3746"/>
                  </a:lnTo>
                  <a:lnTo>
                    <a:pt x="5909945" y="0"/>
                  </a:lnTo>
                  <a:lnTo>
                    <a:pt x="5719445" y="0"/>
                  </a:lnTo>
                  <a:lnTo>
                    <a:pt x="5700903" y="3746"/>
                  </a:lnTo>
                  <a:lnTo>
                    <a:pt x="5685764" y="13957"/>
                  </a:lnTo>
                  <a:lnTo>
                    <a:pt x="5675554" y="29095"/>
                  </a:lnTo>
                  <a:lnTo>
                    <a:pt x="5671820" y="47625"/>
                  </a:lnTo>
                  <a:lnTo>
                    <a:pt x="5671820" y="238125"/>
                  </a:lnTo>
                  <a:lnTo>
                    <a:pt x="5675554" y="256667"/>
                  </a:lnTo>
                  <a:lnTo>
                    <a:pt x="5685764" y="271805"/>
                  </a:lnTo>
                  <a:lnTo>
                    <a:pt x="5700903" y="282016"/>
                  </a:lnTo>
                  <a:lnTo>
                    <a:pt x="5719445" y="285750"/>
                  </a:lnTo>
                  <a:lnTo>
                    <a:pt x="5909945" y="285750"/>
                  </a:lnTo>
                  <a:lnTo>
                    <a:pt x="5928525" y="282016"/>
                  </a:lnTo>
                  <a:lnTo>
                    <a:pt x="5943663" y="271805"/>
                  </a:lnTo>
                  <a:lnTo>
                    <a:pt x="5953836" y="256667"/>
                  </a:lnTo>
                  <a:lnTo>
                    <a:pt x="5957570" y="238125"/>
                  </a:lnTo>
                  <a:lnTo>
                    <a:pt x="5957570" y="47625"/>
                  </a:lnTo>
                  <a:close/>
                </a:path>
                <a:path w="8794115" h="285750">
                  <a:moveTo>
                    <a:pt x="8793607" y="47625"/>
                  </a:moveTo>
                  <a:lnTo>
                    <a:pt x="8789860" y="29095"/>
                  </a:lnTo>
                  <a:lnTo>
                    <a:pt x="8779650" y="13957"/>
                  </a:lnTo>
                  <a:lnTo>
                    <a:pt x="8764511" y="3746"/>
                  </a:lnTo>
                  <a:lnTo>
                    <a:pt x="8745982" y="0"/>
                  </a:lnTo>
                  <a:lnTo>
                    <a:pt x="8555482" y="0"/>
                  </a:lnTo>
                  <a:lnTo>
                    <a:pt x="8536889" y="3746"/>
                  </a:lnTo>
                  <a:lnTo>
                    <a:pt x="8521763" y="13957"/>
                  </a:lnTo>
                  <a:lnTo>
                    <a:pt x="8511578" y="29095"/>
                  </a:lnTo>
                  <a:lnTo>
                    <a:pt x="8507857" y="47625"/>
                  </a:lnTo>
                  <a:lnTo>
                    <a:pt x="8507857" y="238125"/>
                  </a:lnTo>
                  <a:lnTo>
                    <a:pt x="8511578" y="256667"/>
                  </a:lnTo>
                  <a:lnTo>
                    <a:pt x="8521763" y="271805"/>
                  </a:lnTo>
                  <a:lnTo>
                    <a:pt x="8536889" y="282016"/>
                  </a:lnTo>
                  <a:lnTo>
                    <a:pt x="8555482" y="285750"/>
                  </a:lnTo>
                  <a:lnTo>
                    <a:pt x="8745982" y="285750"/>
                  </a:lnTo>
                  <a:lnTo>
                    <a:pt x="8764511" y="282016"/>
                  </a:lnTo>
                  <a:lnTo>
                    <a:pt x="8779650" y="271805"/>
                  </a:lnTo>
                  <a:lnTo>
                    <a:pt x="8789860" y="256667"/>
                  </a:lnTo>
                  <a:lnTo>
                    <a:pt x="8793607" y="238125"/>
                  </a:lnTo>
                  <a:lnTo>
                    <a:pt x="8793607" y="47625"/>
                  </a:lnTo>
                  <a:close/>
                </a:path>
              </a:pathLst>
            </a:custGeom>
            <a:solidFill>
              <a:srgbClr val="0E172A"/>
            </a:solidFill>
          </p:spPr>
          <p:txBody>
            <a:bodyPr wrap="square" lIns="0" tIns="0" rIns="0" bIns="0" rtlCol="0"/>
            <a:lstStyle/>
            <a:p>
              <a:endParaRPr/>
            </a:p>
          </p:txBody>
        </p:sp>
        <p:pic>
          <p:nvPicPr>
            <p:cNvPr id="5" name="object 5"/>
            <p:cNvPicPr/>
            <p:nvPr/>
          </p:nvPicPr>
          <p:blipFill>
            <a:blip r:embed="rId2" cstate="print"/>
            <a:stretch>
              <a:fillRect/>
            </a:stretch>
          </p:blipFill>
          <p:spPr>
            <a:xfrm>
              <a:off x="313131" y="1334135"/>
              <a:ext cx="2161540" cy="2161540"/>
            </a:xfrm>
            <a:prstGeom prst="rect">
              <a:avLst/>
            </a:prstGeom>
          </p:spPr>
        </p:pic>
        <p:pic>
          <p:nvPicPr>
            <p:cNvPr id="6" name="object 6"/>
            <p:cNvPicPr/>
            <p:nvPr/>
          </p:nvPicPr>
          <p:blipFill>
            <a:blip r:embed="rId3" cstate="print"/>
            <a:stretch>
              <a:fillRect/>
            </a:stretch>
          </p:blipFill>
          <p:spPr>
            <a:xfrm>
              <a:off x="3577462" y="1342643"/>
              <a:ext cx="2200910" cy="2200910"/>
            </a:xfrm>
            <a:prstGeom prst="rect">
              <a:avLst/>
            </a:prstGeom>
          </p:spPr>
        </p:pic>
        <p:pic>
          <p:nvPicPr>
            <p:cNvPr id="7" name="object 7"/>
            <p:cNvPicPr/>
            <p:nvPr/>
          </p:nvPicPr>
          <p:blipFill>
            <a:blip r:embed="rId4" cstate="print"/>
            <a:stretch>
              <a:fillRect/>
            </a:stretch>
          </p:blipFill>
          <p:spPr>
            <a:xfrm>
              <a:off x="6735953" y="1334135"/>
              <a:ext cx="2343150" cy="2161540"/>
            </a:xfrm>
            <a:prstGeom prst="rect">
              <a:avLst/>
            </a:prstGeom>
          </p:spPr>
        </p:pic>
        <p:pic>
          <p:nvPicPr>
            <p:cNvPr id="8" name="object 8"/>
            <p:cNvPicPr/>
            <p:nvPr/>
          </p:nvPicPr>
          <p:blipFill>
            <a:blip r:embed="rId5" cstate="print"/>
            <a:stretch>
              <a:fillRect/>
            </a:stretch>
          </p:blipFill>
          <p:spPr>
            <a:xfrm>
              <a:off x="9500869" y="1266825"/>
              <a:ext cx="2235580" cy="2235580"/>
            </a:xfrm>
            <a:prstGeom prst="rect">
              <a:avLst/>
            </a:prstGeom>
          </p:spPr>
        </p:pic>
      </p:grpSp>
      <p:sp>
        <p:nvSpPr>
          <p:cNvPr id="9" name="object 9"/>
          <p:cNvSpPr txBox="1"/>
          <p:nvPr/>
        </p:nvSpPr>
        <p:spPr>
          <a:xfrm>
            <a:off x="1474469" y="3781425"/>
            <a:ext cx="735965" cy="345440"/>
          </a:xfrm>
          <a:prstGeom prst="rect">
            <a:avLst/>
          </a:prstGeom>
        </p:spPr>
        <p:txBody>
          <a:bodyPr vert="horz" wrap="square" lIns="0" tIns="12700" rIns="0" bIns="0" rtlCol="0">
            <a:spAutoFit/>
          </a:bodyPr>
          <a:lstStyle/>
          <a:p>
            <a:pPr marL="12700">
              <a:lnSpc>
                <a:spcPct val="100000"/>
              </a:lnSpc>
              <a:spcBef>
                <a:spcPts val="100"/>
              </a:spcBef>
            </a:pPr>
            <a:r>
              <a:rPr sz="2100" b="1" spc="-20" dirty="0">
                <a:solidFill>
                  <a:srgbClr val="E1E8EF"/>
                </a:solidFill>
                <a:latin typeface="Tahoma"/>
                <a:cs typeface="Tahoma"/>
              </a:rPr>
              <a:t>Voice</a:t>
            </a:r>
            <a:endParaRPr sz="2100">
              <a:latin typeface="Tahoma"/>
              <a:cs typeface="Tahoma"/>
            </a:endParaRPr>
          </a:p>
        </p:txBody>
      </p:sp>
      <p:sp>
        <p:nvSpPr>
          <p:cNvPr id="10" name="object 10"/>
          <p:cNvSpPr txBox="1"/>
          <p:nvPr/>
        </p:nvSpPr>
        <p:spPr>
          <a:xfrm>
            <a:off x="1269872" y="4415408"/>
            <a:ext cx="1144905" cy="254000"/>
          </a:xfrm>
          <a:prstGeom prst="rect">
            <a:avLst/>
          </a:prstGeom>
        </p:spPr>
        <p:txBody>
          <a:bodyPr vert="horz" wrap="square" lIns="0" tIns="12700" rIns="0" bIns="0" rtlCol="0">
            <a:spAutoFit/>
          </a:bodyPr>
          <a:lstStyle/>
          <a:p>
            <a:pPr marL="12700">
              <a:lnSpc>
                <a:spcPct val="100000"/>
              </a:lnSpc>
              <a:spcBef>
                <a:spcPts val="100"/>
              </a:spcBef>
            </a:pPr>
            <a:r>
              <a:rPr sz="1500" spc="85" dirty="0">
                <a:solidFill>
                  <a:srgbClr val="93A2B8"/>
                </a:solidFill>
                <a:latin typeface="Tahoma"/>
                <a:cs typeface="Tahoma"/>
              </a:rPr>
              <a:t>User</a:t>
            </a:r>
            <a:r>
              <a:rPr sz="1500" spc="-50" dirty="0">
                <a:solidFill>
                  <a:srgbClr val="93A2B8"/>
                </a:solidFill>
                <a:latin typeface="Tahoma"/>
                <a:cs typeface="Tahoma"/>
              </a:rPr>
              <a:t> </a:t>
            </a:r>
            <a:r>
              <a:rPr sz="1500" spc="75" dirty="0">
                <a:solidFill>
                  <a:srgbClr val="93A2B8"/>
                </a:solidFill>
                <a:latin typeface="Tahoma"/>
                <a:cs typeface="Tahoma"/>
              </a:rPr>
              <a:t>speaks</a:t>
            </a:r>
            <a:endParaRPr sz="1500">
              <a:latin typeface="Tahoma"/>
              <a:cs typeface="Tahoma"/>
            </a:endParaRPr>
          </a:p>
        </p:txBody>
      </p:sp>
      <p:sp>
        <p:nvSpPr>
          <p:cNvPr id="11" name="object 11"/>
          <p:cNvSpPr txBox="1"/>
          <p:nvPr/>
        </p:nvSpPr>
        <p:spPr>
          <a:xfrm>
            <a:off x="4266691" y="3781425"/>
            <a:ext cx="821690" cy="345440"/>
          </a:xfrm>
          <a:prstGeom prst="rect">
            <a:avLst/>
          </a:prstGeom>
        </p:spPr>
        <p:txBody>
          <a:bodyPr vert="horz" wrap="square" lIns="0" tIns="12700" rIns="0" bIns="0" rtlCol="0">
            <a:spAutoFit/>
          </a:bodyPr>
          <a:lstStyle/>
          <a:p>
            <a:pPr marL="12700">
              <a:lnSpc>
                <a:spcPct val="100000"/>
              </a:lnSpc>
              <a:spcBef>
                <a:spcPts val="100"/>
              </a:spcBef>
            </a:pPr>
            <a:r>
              <a:rPr sz="2100" b="1" spc="-75" dirty="0">
                <a:solidFill>
                  <a:srgbClr val="E1E8EF"/>
                </a:solidFill>
                <a:latin typeface="Tahoma"/>
                <a:cs typeface="Tahoma"/>
              </a:rPr>
              <a:t>Intent</a:t>
            </a:r>
            <a:endParaRPr sz="2100">
              <a:latin typeface="Tahoma"/>
              <a:cs typeface="Tahoma"/>
            </a:endParaRPr>
          </a:p>
        </p:txBody>
      </p:sp>
      <p:sp>
        <p:nvSpPr>
          <p:cNvPr id="12" name="object 12"/>
          <p:cNvSpPr txBox="1"/>
          <p:nvPr/>
        </p:nvSpPr>
        <p:spPr>
          <a:xfrm>
            <a:off x="4290440" y="4415408"/>
            <a:ext cx="775970" cy="254000"/>
          </a:xfrm>
          <a:prstGeom prst="rect">
            <a:avLst/>
          </a:prstGeom>
        </p:spPr>
        <p:txBody>
          <a:bodyPr vert="horz" wrap="square" lIns="0" tIns="12700" rIns="0" bIns="0" rtlCol="0">
            <a:spAutoFit/>
          </a:bodyPr>
          <a:lstStyle/>
          <a:p>
            <a:pPr marL="12700">
              <a:lnSpc>
                <a:spcPct val="100000"/>
              </a:lnSpc>
              <a:spcBef>
                <a:spcPts val="100"/>
              </a:spcBef>
            </a:pPr>
            <a:r>
              <a:rPr sz="1500" spc="60" dirty="0">
                <a:solidFill>
                  <a:srgbClr val="93A2B8"/>
                </a:solidFill>
                <a:latin typeface="Tahoma"/>
                <a:cs typeface="Tahoma"/>
              </a:rPr>
              <a:t>Analysis</a:t>
            </a:r>
            <a:endParaRPr sz="1500">
              <a:latin typeface="Tahoma"/>
              <a:cs typeface="Tahoma"/>
            </a:endParaRPr>
          </a:p>
        </p:txBody>
      </p:sp>
      <p:sp>
        <p:nvSpPr>
          <p:cNvPr id="13" name="object 13"/>
          <p:cNvSpPr txBox="1"/>
          <p:nvPr/>
        </p:nvSpPr>
        <p:spPr>
          <a:xfrm>
            <a:off x="7078471" y="3781425"/>
            <a:ext cx="871855" cy="345440"/>
          </a:xfrm>
          <a:prstGeom prst="rect">
            <a:avLst/>
          </a:prstGeom>
        </p:spPr>
        <p:txBody>
          <a:bodyPr vert="horz" wrap="square" lIns="0" tIns="12700" rIns="0" bIns="0" rtlCol="0">
            <a:spAutoFit/>
          </a:bodyPr>
          <a:lstStyle/>
          <a:p>
            <a:pPr marL="12700">
              <a:lnSpc>
                <a:spcPct val="100000"/>
              </a:lnSpc>
              <a:spcBef>
                <a:spcPts val="100"/>
              </a:spcBef>
            </a:pPr>
            <a:r>
              <a:rPr sz="2100" b="1" spc="-10" dirty="0">
                <a:solidFill>
                  <a:srgbClr val="E1E8EF"/>
                </a:solidFill>
                <a:latin typeface="Tahoma"/>
                <a:cs typeface="Tahoma"/>
              </a:rPr>
              <a:t>Action</a:t>
            </a:r>
            <a:endParaRPr sz="2100">
              <a:latin typeface="Tahoma"/>
              <a:cs typeface="Tahoma"/>
            </a:endParaRPr>
          </a:p>
        </p:txBody>
      </p:sp>
      <p:sp>
        <p:nvSpPr>
          <p:cNvPr id="14" name="object 14"/>
          <p:cNvSpPr txBox="1"/>
          <p:nvPr/>
        </p:nvSpPr>
        <p:spPr>
          <a:xfrm>
            <a:off x="6870572" y="4415408"/>
            <a:ext cx="1289685" cy="254000"/>
          </a:xfrm>
          <a:prstGeom prst="rect">
            <a:avLst/>
          </a:prstGeom>
        </p:spPr>
        <p:txBody>
          <a:bodyPr vert="horz" wrap="square" lIns="0" tIns="12700" rIns="0" bIns="0" rtlCol="0">
            <a:spAutoFit/>
          </a:bodyPr>
          <a:lstStyle/>
          <a:p>
            <a:pPr marL="12700">
              <a:lnSpc>
                <a:spcPct val="100000"/>
              </a:lnSpc>
              <a:spcBef>
                <a:spcPts val="100"/>
              </a:spcBef>
            </a:pPr>
            <a:r>
              <a:rPr sz="1500" spc="50" dirty="0">
                <a:solidFill>
                  <a:srgbClr val="93A2B8"/>
                </a:solidFill>
                <a:latin typeface="Tahoma"/>
                <a:cs typeface="Tahoma"/>
              </a:rPr>
              <a:t>Motor/Display</a:t>
            </a:r>
            <a:endParaRPr sz="1500">
              <a:latin typeface="Tahoma"/>
              <a:cs typeface="Tahoma"/>
            </a:endParaRPr>
          </a:p>
        </p:txBody>
      </p:sp>
      <p:sp>
        <p:nvSpPr>
          <p:cNvPr id="15" name="object 15"/>
          <p:cNvSpPr txBox="1"/>
          <p:nvPr/>
        </p:nvSpPr>
        <p:spPr>
          <a:xfrm>
            <a:off x="9710673" y="3781425"/>
            <a:ext cx="1280795" cy="345440"/>
          </a:xfrm>
          <a:prstGeom prst="rect">
            <a:avLst/>
          </a:prstGeom>
        </p:spPr>
        <p:txBody>
          <a:bodyPr vert="horz" wrap="square" lIns="0" tIns="12700" rIns="0" bIns="0" rtlCol="0">
            <a:spAutoFit/>
          </a:bodyPr>
          <a:lstStyle/>
          <a:p>
            <a:pPr marL="12700">
              <a:lnSpc>
                <a:spcPct val="100000"/>
              </a:lnSpc>
              <a:spcBef>
                <a:spcPts val="100"/>
              </a:spcBef>
            </a:pPr>
            <a:r>
              <a:rPr sz="2100" b="1" spc="-35" dirty="0">
                <a:solidFill>
                  <a:srgbClr val="E1E8EF"/>
                </a:solidFill>
                <a:latin typeface="Tahoma"/>
                <a:cs typeface="Tahoma"/>
              </a:rPr>
              <a:t>Response</a:t>
            </a:r>
            <a:endParaRPr sz="2100">
              <a:latin typeface="Tahoma"/>
              <a:cs typeface="Tahoma"/>
            </a:endParaRPr>
          </a:p>
        </p:txBody>
      </p:sp>
      <p:sp>
        <p:nvSpPr>
          <p:cNvPr id="16" name="object 16"/>
          <p:cNvSpPr txBox="1"/>
          <p:nvPr/>
        </p:nvSpPr>
        <p:spPr>
          <a:xfrm>
            <a:off x="9772650" y="4415408"/>
            <a:ext cx="1158240" cy="254000"/>
          </a:xfrm>
          <a:prstGeom prst="rect">
            <a:avLst/>
          </a:prstGeom>
        </p:spPr>
        <p:txBody>
          <a:bodyPr vert="horz" wrap="square" lIns="0" tIns="12700" rIns="0" bIns="0" rtlCol="0">
            <a:spAutoFit/>
          </a:bodyPr>
          <a:lstStyle/>
          <a:p>
            <a:pPr marL="12700">
              <a:lnSpc>
                <a:spcPct val="100000"/>
              </a:lnSpc>
              <a:spcBef>
                <a:spcPts val="100"/>
              </a:spcBef>
            </a:pPr>
            <a:r>
              <a:rPr sz="1500" spc="45" dirty="0">
                <a:solidFill>
                  <a:srgbClr val="93A2B8"/>
                </a:solidFill>
                <a:latin typeface="Tahoma"/>
                <a:cs typeface="Tahoma"/>
              </a:rPr>
              <a:t>Audio/Visual</a:t>
            </a:r>
            <a:endParaRPr sz="1500">
              <a:latin typeface="Tahoma"/>
              <a:cs typeface="Tahoma"/>
            </a:endParaRPr>
          </a:p>
        </p:txBody>
      </p:sp>
      <p:sp>
        <p:nvSpPr>
          <p:cNvPr id="17" name="object 17"/>
          <p:cNvSpPr txBox="1">
            <a:spLocks noGrp="1"/>
          </p:cNvSpPr>
          <p:nvPr>
            <p:ph type="title"/>
          </p:nvPr>
        </p:nvSpPr>
        <p:spPr>
          <a:xfrm>
            <a:off x="558800" y="533146"/>
            <a:ext cx="3178175" cy="506730"/>
          </a:xfrm>
          <a:prstGeom prst="rect">
            <a:avLst/>
          </a:prstGeom>
        </p:spPr>
        <p:txBody>
          <a:bodyPr vert="horz" wrap="square" lIns="0" tIns="13335" rIns="0" bIns="0" rtlCol="0">
            <a:spAutoFit/>
          </a:bodyPr>
          <a:lstStyle/>
          <a:p>
            <a:pPr marL="12700">
              <a:lnSpc>
                <a:spcPct val="100000"/>
              </a:lnSpc>
              <a:spcBef>
                <a:spcPts val="105"/>
              </a:spcBef>
            </a:pPr>
            <a:r>
              <a:rPr spc="-90" dirty="0"/>
              <a:t>Interaction</a:t>
            </a:r>
            <a:r>
              <a:rPr spc="-55" dirty="0"/>
              <a:t> </a:t>
            </a:r>
            <a:r>
              <a:rPr spc="-105" dirty="0"/>
              <a:t>Flow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38442" y="1943100"/>
            <a:ext cx="3825875" cy="2790825"/>
            <a:chOff x="238442" y="1943100"/>
            <a:chExt cx="3825875" cy="2790825"/>
          </a:xfrm>
        </p:grpSpPr>
        <p:pic>
          <p:nvPicPr>
            <p:cNvPr id="3" name="object 3"/>
            <p:cNvPicPr/>
            <p:nvPr/>
          </p:nvPicPr>
          <p:blipFill>
            <a:blip r:embed="rId2" cstate="print"/>
            <a:stretch>
              <a:fillRect/>
            </a:stretch>
          </p:blipFill>
          <p:spPr>
            <a:xfrm>
              <a:off x="571500" y="2343150"/>
              <a:ext cx="3492500" cy="2381250"/>
            </a:xfrm>
            <a:prstGeom prst="rect">
              <a:avLst/>
            </a:prstGeom>
          </p:spPr>
        </p:pic>
        <p:pic>
          <p:nvPicPr>
            <p:cNvPr id="4" name="object 4"/>
            <p:cNvPicPr/>
            <p:nvPr/>
          </p:nvPicPr>
          <p:blipFill>
            <a:blip r:embed="rId3" cstate="print"/>
            <a:stretch>
              <a:fillRect/>
            </a:stretch>
          </p:blipFill>
          <p:spPr>
            <a:xfrm>
              <a:off x="238442" y="1943100"/>
              <a:ext cx="3825494" cy="2790698"/>
            </a:xfrm>
            <a:prstGeom prst="rect">
              <a:avLst/>
            </a:prstGeom>
          </p:spPr>
        </p:pic>
      </p:grpSp>
      <p:sp>
        <p:nvSpPr>
          <p:cNvPr id="5" name="object 5"/>
          <p:cNvSpPr txBox="1"/>
          <p:nvPr/>
        </p:nvSpPr>
        <p:spPr>
          <a:xfrm>
            <a:off x="558800" y="4886020"/>
            <a:ext cx="860425" cy="346075"/>
          </a:xfrm>
          <a:prstGeom prst="rect">
            <a:avLst/>
          </a:prstGeom>
        </p:spPr>
        <p:txBody>
          <a:bodyPr vert="horz" wrap="square" lIns="0" tIns="12700" rIns="0" bIns="0" rtlCol="0">
            <a:spAutoFit/>
          </a:bodyPr>
          <a:lstStyle/>
          <a:p>
            <a:pPr marL="12700">
              <a:lnSpc>
                <a:spcPct val="100000"/>
              </a:lnSpc>
              <a:spcBef>
                <a:spcPts val="100"/>
              </a:spcBef>
            </a:pPr>
            <a:r>
              <a:rPr sz="2100" b="1" spc="-20" dirty="0">
                <a:solidFill>
                  <a:srgbClr val="E1E8EF"/>
                </a:solidFill>
                <a:latin typeface="Tahoma"/>
                <a:cs typeface="Tahoma"/>
              </a:rPr>
              <a:t>Happy</a:t>
            </a:r>
            <a:endParaRPr sz="2100">
              <a:latin typeface="Tahoma"/>
              <a:cs typeface="Tahoma"/>
            </a:endParaRPr>
          </a:p>
        </p:txBody>
      </p:sp>
      <p:sp>
        <p:nvSpPr>
          <p:cNvPr id="6" name="object 6"/>
          <p:cNvSpPr txBox="1"/>
          <p:nvPr/>
        </p:nvSpPr>
        <p:spPr>
          <a:xfrm>
            <a:off x="4337684" y="4886020"/>
            <a:ext cx="1006475" cy="346075"/>
          </a:xfrm>
          <a:prstGeom prst="rect">
            <a:avLst/>
          </a:prstGeom>
        </p:spPr>
        <p:txBody>
          <a:bodyPr vert="horz" wrap="square" lIns="0" tIns="12700" rIns="0" bIns="0" rtlCol="0">
            <a:spAutoFit/>
          </a:bodyPr>
          <a:lstStyle/>
          <a:p>
            <a:pPr marL="12700">
              <a:lnSpc>
                <a:spcPct val="100000"/>
              </a:lnSpc>
              <a:spcBef>
                <a:spcPts val="100"/>
              </a:spcBef>
            </a:pPr>
            <a:r>
              <a:rPr sz="2100" b="1" spc="-45" dirty="0">
                <a:solidFill>
                  <a:srgbClr val="E1E8EF"/>
                </a:solidFill>
                <a:latin typeface="Tahoma"/>
                <a:cs typeface="Tahoma"/>
              </a:rPr>
              <a:t>Curious</a:t>
            </a:r>
            <a:endParaRPr sz="2100">
              <a:latin typeface="Tahoma"/>
              <a:cs typeface="Tahoma"/>
            </a:endParaRPr>
          </a:p>
        </p:txBody>
      </p:sp>
      <p:pic>
        <p:nvPicPr>
          <p:cNvPr id="7" name="object 7"/>
          <p:cNvPicPr/>
          <p:nvPr/>
        </p:nvPicPr>
        <p:blipFill>
          <a:blip r:embed="rId4" cstate="print"/>
          <a:stretch>
            <a:fillRect/>
          </a:stretch>
        </p:blipFill>
        <p:spPr>
          <a:xfrm>
            <a:off x="8128127" y="2343150"/>
            <a:ext cx="3492500" cy="2381250"/>
          </a:xfrm>
          <a:prstGeom prst="rect">
            <a:avLst/>
          </a:prstGeom>
        </p:spPr>
      </p:pic>
      <p:grpSp>
        <p:nvGrpSpPr>
          <p:cNvPr id="8" name="object 8"/>
          <p:cNvGrpSpPr/>
          <p:nvPr/>
        </p:nvGrpSpPr>
        <p:grpSpPr>
          <a:xfrm>
            <a:off x="4191508" y="2124201"/>
            <a:ext cx="3825875" cy="2790825"/>
            <a:chOff x="4191508" y="2124201"/>
            <a:chExt cx="3825875" cy="2790825"/>
          </a:xfrm>
        </p:grpSpPr>
        <p:pic>
          <p:nvPicPr>
            <p:cNvPr id="9" name="object 9"/>
            <p:cNvPicPr/>
            <p:nvPr/>
          </p:nvPicPr>
          <p:blipFill>
            <a:blip r:embed="rId5" cstate="print"/>
            <a:stretch>
              <a:fillRect/>
            </a:stretch>
          </p:blipFill>
          <p:spPr>
            <a:xfrm>
              <a:off x="4349750" y="2343149"/>
              <a:ext cx="3492500" cy="2381250"/>
            </a:xfrm>
            <a:prstGeom prst="rect">
              <a:avLst/>
            </a:prstGeom>
          </p:spPr>
        </p:pic>
        <p:pic>
          <p:nvPicPr>
            <p:cNvPr id="10" name="object 10"/>
            <p:cNvPicPr/>
            <p:nvPr/>
          </p:nvPicPr>
          <p:blipFill>
            <a:blip r:embed="rId6" cstate="print"/>
            <a:stretch>
              <a:fillRect/>
            </a:stretch>
          </p:blipFill>
          <p:spPr>
            <a:xfrm>
              <a:off x="4191508" y="2124201"/>
              <a:ext cx="3825493" cy="2790698"/>
            </a:xfrm>
            <a:prstGeom prst="rect">
              <a:avLst/>
            </a:prstGeom>
          </p:spPr>
        </p:pic>
      </p:grpSp>
      <p:sp>
        <p:nvSpPr>
          <p:cNvPr id="11" name="object 11"/>
          <p:cNvSpPr txBox="1"/>
          <p:nvPr/>
        </p:nvSpPr>
        <p:spPr>
          <a:xfrm>
            <a:off x="8116316" y="4886020"/>
            <a:ext cx="1144905" cy="346075"/>
          </a:xfrm>
          <a:prstGeom prst="rect">
            <a:avLst/>
          </a:prstGeom>
        </p:spPr>
        <p:txBody>
          <a:bodyPr vert="horz" wrap="square" lIns="0" tIns="12700" rIns="0" bIns="0" rtlCol="0">
            <a:spAutoFit/>
          </a:bodyPr>
          <a:lstStyle/>
          <a:p>
            <a:pPr marL="12700">
              <a:lnSpc>
                <a:spcPct val="100000"/>
              </a:lnSpc>
              <a:spcBef>
                <a:spcPts val="100"/>
              </a:spcBef>
            </a:pPr>
            <a:r>
              <a:rPr sz="2100" b="1" spc="-35" dirty="0">
                <a:solidFill>
                  <a:srgbClr val="E1E8EF"/>
                </a:solidFill>
                <a:latin typeface="Tahoma"/>
                <a:cs typeface="Tahoma"/>
              </a:rPr>
              <a:t>Sleeping</a:t>
            </a:r>
            <a:endParaRPr sz="2100">
              <a:latin typeface="Tahoma"/>
              <a:cs typeface="Tahoma"/>
            </a:endParaRPr>
          </a:p>
        </p:txBody>
      </p:sp>
      <p:sp>
        <p:nvSpPr>
          <p:cNvPr id="12" name="object 1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30" dirty="0"/>
              <a:t>An</a:t>
            </a:r>
            <a:r>
              <a:rPr spc="-85" dirty="0"/>
              <a:t> </a:t>
            </a:r>
            <a:r>
              <a:rPr spc="-120" dirty="0"/>
              <a:t>Emotive</a:t>
            </a:r>
            <a:r>
              <a:rPr spc="-130" dirty="0"/>
              <a:t> </a:t>
            </a:r>
            <a:r>
              <a:rPr spc="-45" dirty="0"/>
              <a:t>Interface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0700" y="2447671"/>
            <a:ext cx="4780915" cy="2745740"/>
          </a:xfrm>
          <a:prstGeom prst="rect">
            <a:avLst/>
          </a:prstGeom>
        </p:spPr>
        <p:txBody>
          <a:bodyPr vert="horz" wrap="square" lIns="0" tIns="12700" rIns="0" bIns="0" rtlCol="0">
            <a:spAutoFit/>
          </a:bodyPr>
          <a:lstStyle/>
          <a:p>
            <a:pPr marL="50800">
              <a:lnSpc>
                <a:spcPct val="100000"/>
              </a:lnSpc>
              <a:spcBef>
                <a:spcPts val="100"/>
              </a:spcBef>
            </a:pPr>
            <a:r>
              <a:rPr sz="2100" b="1" spc="-10" dirty="0">
                <a:solidFill>
                  <a:srgbClr val="E1E8EF"/>
                </a:solidFill>
                <a:latin typeface="Tahoma"/>
                <a:cs typeface="Tahoma"/>
              </a:rPr>
              <a:t>Connected</a:t>
            </a:r>
            <a:r>
              <a:rPr sz="2100" b="1" spc="-95" dirty="0">
                <a:solidFill>
                  <a:srgbClr val="E1E8EF"/>
                </a:solidFill>
                <a:latin typeface="Tahoma"/>
                <a:cs typeface="Tahoma"/>
              </a:rPr>
              <a:t> </a:t>
            </a:r>
            <a:r>
              <a:rPr sz="2100" b="1" spc="-10" dirty="0">
                <a:solidFill>
                  <a:srgbClr val="E1E8EF"/>
                </a:solidFill>
                <a:latin typeface="Tahoma"/>
                <a:cs typeface="Tahoma"/>
              </a:rPr>
              <a:t>Anywhere</a:t>
            </a:r>
            <a:endParaRPr sz="2100">
              <a:latin typeface="Tahoma"/>
              <a:cs typeface="Tahoma"/>
            </a:endParaRPr>
          </a:p>
          <a:p>
            <a:pPr marL="50800">
              <a:lnSpc>
                <a:spcPct val="100000"/>
              </a:lnSpc>
              <a:spcBef>
                <a:spcPts val="2470"/>
              </a:spcBef>
            </a:pPr>
            <a:r>
              <a:rPr sz="1500" spc="60" dirty="0">
                <a:solidFill>
                  <a:srgbClr val="93A2B8"/>
                </a:solidFill>
                <a:latin typeface="Tahoma"/>
                <a:cs typeface="Tahoma"/>
              </a:rPr>
              <a:t>Shibu</a:t>
            </a:r>
            <a:r>
              <a:rPr sz="1500" spc="25" dirty="0">
                <a:solidFill>
                  <a:srgbClr val="93A2B8"/>
                </a:solidFill>
                <a:latin typeface="Tahoma"/>
                <a:cs typeface="Tahoma"/>
              </a:rPr>
              <a:t> </a:t>
            </a:r>
            <a:r>
              <a:rPr sz="1500" spc="10" dirty="0">
                <a:solidFill>
                  <a:srgbClr val="93A2B8"/>
                </a:solidFill>
                <a:latin typeface="Tahoma"/>
                <a:cs typeface="Tahoma"/>
              </a:rPr>
              <a:t>integrates with</a:t>
            </a:r>
            <a:r>
              <a:rPr sz="1500" spc="30" dirty="0">
                <a:solidFill>
                  <a:srgbClr val="93A2B8"/>
                </a:solidFill>
                <a:latin typeface="Tahoma"/>
                <a:cs typeface="Tahoma"/>
              </a:rPr>
              <a:t> </a:t>
            </a:r>
            <a:r>
              <a:rPr sz="1500" spc="55" dirty="0">
                <a:solidFill>
                  <a:srgbClr val="93A2B8"/>
                </a:solidFill>
                <a:latin typeface="Tahoma"/>
                <a:cs typeface="Tahoma"/>
              </a:rPr>
              <a:t>Telegram</a:t>
            </a:r>
            <a:r>
              <a:rPr sz="1500" spc="15" dirty="0">
                <a:solidFill>
                  <a:srgbClr val="93A2B8"/>
                </a:solidFill>
                <a:latin typeface="Tahoma"/>
                <a:cs typeface="Tahoma"/>
              </a:rPr>
              <a:t> </a:t>
            </a:r>
            <a:r>
              <a:rPr sz="1500" spc="10" dirty="0">
                <a:solidFill>
                  <a:srgbClr val="93A2B8"/>
                </a:solidFill>
                <a:latin typeface="Tahoma"/>
                <a:cs typeface="Tahoma"/>
              </a:rPr>
              <a:t>to</a:t>
            </a:r>
            <a:r>
              <a:rPr sz="1500" spc="30" dirty="0">
                <a:solidFill>
                  <a:srgbClr val="93A2B8"/>
                </a:solidFill>
                <a:latin typeface="Tahoma"/>
                <a:cs typeface="Tahoma"/>
              </a:rPr>
              <a:t> </a:t>
            </a:r>
            <a:r>
              <a:rPr sz="1500" spc="70" dirty="0">
                <a:solidFill>
                  <a:srgbClr val="93A2B8"/>
                </a:solidFill>
                <a:latin typeface="Tahoma"/>
                <a:cs typeface="Tahoma"/>
              </a:rPr>
              <a:t>double</a:t>
            </a:r>
            <a:r>
              <a:rPr sz="1500" spc="10" dirty="0">
                <a:solidFill>
                  <a:srgbClr val="93A2B8"/>
                </a:solidFill>
                <a:latin typeface="Tahoma"/>
                <a:cs typeface="Tahoma"/>
              </a:rPr>
              <a:t> </a:t>
            </a:r>
            <a:r>
              <a:rPr sz="1500" spc="80" dirty="0">
                <a:solidFill>
                  <a:srgbClr val="93A2B8"/>
                </a:solidFill>
                <a:latin typeface="Tahoma"/>
                <a:cs typeface="Tahoma"/>
              </a:rPr>
              <a:t>as</a:t>
            </a:r>
            <a:r>
              <a:rPr sz="1500" spc="15" dirty="0">
                <a:solidFill>
                  <a:srgbClr val="93A2B8"/>
                </a:solidFill>
                <a:latin typeface="Tahoma"/>
                <a:cs typeface="Tahoma"/>
              </a:rPr>
              <a:t> </a:t>
            </a:r>
            <a:r>
              <a:rPr sz="1500" spc="10" dirty="0">
                <a:solidFill>
                  <a:srgbClr val="93A2B8"/>
                </a:solidFill>
                <a:latin typeface="Tahoma"/>
                <a:cs typeface="Tahoma"/>
              </a:rPr>
              <a:t>a</a:t>
            </a:r>
            <a:r>
              <a:rPr sz="1500" spc="30" dirty="0">
                <a:solidFill>
                  <a:srgbClr val="93A2B8"/>
                </a:solidFill>
                <a:latin typeface="Tahoma"/>
                <a:cs typeface="Tahoma"/>
              </a:rPr>
              <a:t> </a:t>
            </a:r>
            <a:r>
              <a:rPr sz="1500" spc="40" dirty="0">
                <a:solidFill>
                  <a:srgbClr val="93A2B8"/>
                </a:solidFill>
                <a:latin typeface="Tahoma"/>
                <a:cs typeface="Tahoma"/>
              </a:rPr>
              <a:t>home</a:t>
            </a:r>
            <a:endParaRPr sz="1500">
              <a:latin typeface="Tahoma"/>
              <a:cs typeface="Tahoma"/>
            </a:endParaRPr>
          </a:p>
          <a:p>
            <a:pPr marL="50800">
              <a:lnSpc>
                <a:spcPct val="100000"/>
              </a:lnSpc>
              <a:spcBef>
                <a:spcPts val="1080"/>
              </a:spcBef>
            </a:pPr>
            <a:r>
              <a:rPr sz="1500" spc="60" dirty="0">
                <a:solidFill>
                  <a:srgbClr val="93A2B8"/>
                </a:solidFill>
                <a:latin typeface="Tahoma"/>
                <a:cs typeface="Tahoma"/>
              </a:rPr>
              <a:t>surveillance</a:t>
            </a:r>
            <a:r>
              <a:rPr sz="1500" spc="-25" dirty="0">
                <a:solidFill>
                  <a:srgbClr val="93A2B8"/>
                </a:solidFill>
                <a:latin typeface="Tahoma"/>
                <a:cs typeface="Tahoma"/>
              </a:rPr>
              <a:t> </a:t>
            </a:r>
            <a:r>
              <a:rPr sz="1500" spc="-10" dirty="0">
                <a:solidFill>
                  <a:srgbClr val="93A2B8"/>
                </a:solidFill>
                <a:latin typeface="Tahoma"/>
                <a:cs typeface="Tahoma"/>
              </a:rPr>
              <a:t>unit.</a:t>
            </a:r>
            <a:endParaRPr sz="1500">
              <a:latin typeface="Tahoma"/>
              <a:cs typeface="Tahoma"/>
            </a:endParaRPr>
          </a:p>
          <a:p>
            <a:pPr marL="346710" indent="-210185">
              <a:lnSpc>
                <a:spcPct val="100000"/>
              </a:lnSpc>
              <a:spcBef>
                <a:spcPts val="1245"/>
              </a:spcBef>
              <a:buFont typeface="Tahoma"/>
              <a:buChar char="•"/>
              <a:tabLst>
                <a:tab pos="346710" algn="l"/>
              </a:tabLst>
            </a:pPr>
            <a:r>
              <a:rPr sz="1500" b="1" spc="-50" dirty="0">
                <a:solidFill>
                  <a:srgbClr val="93A2B8"/>
                </a:solidFill>
                <a:latin typeface="Tahoma"/>
                <a:cs typeface="Tahoma"/>
              </a:rPr>
              <a:t>Remote</a:t>
            </a:r>
            <a:r>
              <a:rPr sz="1500" b="1" spc="-70" dirty="0">
                <a:solidFill>
                  <a:srgbClr val="93A2B8"/>
                </a:solidFill>
                <a:latin typeface="Tahoma"/>
                <a:cs typeface="Tahoma"/>
              </a:rPr>
              <a:t> </a:t>
            </a:r>
            <a:r>
              <a:rPr sz="1500" b="1" spc="-10" dirty="0">
                <a:solidFill>
                  <a:srgbClr val="93A2B8"/>
                </a:solidFill>
                <a:latin typeface="Tahoma"/>
                <a:cs typeface="Tahoma"/>
              </a:rPr>
              <a:t>Command:</a:t>
            </a:r>
            <a:r>
              <a:rPr sz="1500" b="1" spc="35" dirty="0">
                <a:solidFill>
                  <a:srgbClr val="93A2B8"/>
                </a:solidFill>
                <a:latin typeface="Tahoma"/>
                <a:cs typeface="Tahoma"/>
              </a:rPr>
              <a:t> </a:t>
            </a:r>
            <a:r>
              <a:rPr sz="1500" spc="80" dirty="0">
                <a:solidFill>
                  <a:srgbClr val="93A2B8"/>
                </a:solidFill>
                <a:latin typeface="Tahoma"/>
                <a:cs typeface="Tahoma"/>
              </a:rPr>
              <a:t>Send</a:t>
            </a:r>
            <a:r>
              <a:rPr sz="1500" spc="-20" dirty="0">
                <a:solidFill>
                  <a:srgbClr val="93A2B8"/>
                </a:solidFill>
                <a:latin typeface="Tahoma"/>
                <a:cs typeface="Tahoma"/>
              </a:rPr>
              <a:t> </a:t>
            </a:r>
            <a:r>
              <a:rPr sz="1500" dirty="0">
                <a:solidFill>
                  <a:srgbClr val="93A2B8"/>
                </a:solidFill>
                <a:latin typeface="Tahoma"/>
                <a:cs typeface="Tahoma"/>
              </a:rPr>
              <a:t>text</a:t>
            </a:r>
            <a:r>
              <a:rPr sz="1500" spc="-20" dirty="0">
                <a:solidFill>
                  <a:srgbClr val="93A2B8"/>
                </a:solidFill>
                <a:latin typeface="Tahoma"/>
                <a:cs typeface="Tahoma"/>
              </a:rPr>
              <a:t> </a:t>
            </a:r>
            <a:r>
              <a:rPr sz="1500" spc="75" dirty="0">
                <a:solidFill>
                  <a:srgbClr val="93A2B8"/>
                </a:solidFill>
                <a:latin typeface="Tahoma"/>
                <a:cs typeface="Tahoma"/>
              </a:rPr>
              <a:t>commands</a:t>
            </a:r>
            <a:r>
              <a:rPr sz="1500" spc="-25" dirty="0">
                <a:solidFill>
                  <a:srgbClr val="93A2B8"/>
                </a:solidFill>
                <a:latin typeface="Tahoma"/>
                <a:cs typeface="Tahoma"/>
              </a:rPr>
              <a:t> </a:t>
            </a:r>
            <a:r>
              <a:rPr sz="1500" spc="35" dirty="0">
                <a:solidFill>
                  <a:srgbClr val="93A2B8"/>
                </a:solidFill>
                <a:latin typeface="Tahoma"/>
                <a:cs typeface="Tahoma"/>
              </a:rPr>
              <a:t>from</a:t>
            </a:r>
            <a:endParaRPr sz="1500">
              <a:latin typeface="Tahoma"/>
              <a:cs typeface="Tahoma"/>
            </a:endParaRPr>
          </a:p>
          <a:p>
            <a:pPr marL="346075">
              <a:lnSpc>
                <a:spcPct val="100000"/>
              </a:lnSpc>
              <a:spcBef>
                <a:spcPts val="1085"/>
              </a:spcBef>
            </a:pPr>
            <a:r>
              <a:rPr sz="1500" spc="40" dirty="0">
                <a:solidFill>
                  <a:srgbClr val="93A2B8"/>
                </a:solidFill>
                <a:latin typeface="Tahoma"/>
                <a:cs typeface="Tahoma"/>
              </a:rPr>
              <a:t>anywhere.</a:t>
            </a:r>
            <a:endParaRPr sz="1500">
              <a:latin typeface="Tahoma"/>
              <a:cs typeface="Tahoma"/>
            </a:endParaRPr>
          </a:p>
          <a:p>
            <a:pPr marL="346710" indent="-210185">
              <a:lnSpc>
                <a:spcPct val="100000"/>
              </a:lnSpc>
              <a:spcBef>
                <a:spcPts val="865"/>
              </a:spcBef>
              <a:buFont typeface="Tahoma"/>
              <a:buChar char="•"/>
              <a:tabLst>
                <a:tab pos="346710" algn="l"/>
              </a:tabLst>
            </a:pPr>
            <a:r>
              <a:rPr sz="1500" b="1" spc="-10" dirty="0">
                <a:solidFill>
                  <a:srgbClr val="93A2B8"/>
                </a:solidFill>
                <a:latin typeface="Tahoma"/>
                <a:cs typeface="Tahoma"/>
              </a:rPr>
              <a:t>Live</a:t>
            </a:r>
            <a:r>
              <a:rPr sz="1500" b="1" spc="-100" dirty="0">
                <a:solidFill>
                  <a:srgbClr val="93A2B8"/>
                </a:solidFill>
                <a:latin typeface="Tahoma"/>
                <a:cs typeface="Tahoma"/>
              </a:rPr>
              <a:t> </a:t>
            </a:r>
            <a:r>
              <a:rPr sz="1500" b="1" spc="-10" dirty="0">
                <a:solidFill>
                  <a:srgbClr val="93A2B8"/>
                </a:solidFill>
                <a:latin typeface="Tahoma"/>
                <a:cs typeface="Tahoma"/>
              </a:rPr>
              <a:t>Updates:</a:t>
            </a:r>
            <a:r>
              <a:rPr sz="1500" b="1" dirty="0">
                <a:solidFill>
                  <a:srgbClr val="93A2B8"/>
                </a:solidFill>
                <a:latin typeface="Tahoma"/>
                <a:cs typeface="Tahoma"/>
              </a:rPr>
              <a:t> </a:t>
            </a:r>
            <a:r>
              <a:rPr sz="1500" spc="55" dirty="0">
                <a:solidFill>
                  <a:srgbClr val="93A2B8"/>
                </a:solidFill>
                <a:latin typeface="Tahoma"/>
                <a:cs typeface="Tahoma"/>
              </a:rPr>
              <a:t>Request</a:t>
            </a:r>
            <a:r>
              <a:rPr sz="1500" spc="-60" dirty="0">
                <a:solidFill>
                  <a:srgbClr val="93A2B8"/>
                </a:solidFill>
                <a:latin typeface="Tahoma"/>
                <a:cs typeface="Tahoma"/>
              </a:rPr>
              <a:t> </a:t>
            </a:r>
            <a:r>
              <a:rPr sz="1500" spc="65" dirty="0">
                <a:solidFill>
                  <a:srgbClr val="93A2B8"/>
                </a:solidFill>
                <a:latin typeface="Tahoma"/>
                <a:cs typeface="Tahoma"/>
              </a:rPr>
              <a:t>photos</a:t>
            </a:r>
            <a:r>
              <a:rPr sz="1500" spc="-65" dirty="0">
                <a:solidFill>
                  <a:srgbClr val="93A2B8"/>
                </a:solidFill>
                <a:latin typeface="Tahoma"/>
                <a:cs typeface="Tahoma"/>
              </a:rPr>
              <a:t> </a:t>
            </a:r>
            <a:r>
              <a:rPr sz="1500" spc="50" dirty="0">
                <a:solidFill>
                  <a:srgbClr val="93A2B8"/>
                </a:solidFill>
                <a:latin typeface="Tahoma"/>
                <a:cs typeface="Tahoma"/>
              </a:rPr>
              <a:t>or</a:t>
            </a:r>
            <a:r>
              <a:rPr sz="1500" spc="-40" dirty="0">
                <a:solidFill>
                  <a:srgbClr val="93A2B8"/>
                </a:solidFill>
                <a:latin typeface="Tahoma"/>
                <a:cs typeface="Tahoma"/>
              </a:rPr>
              <a:t> </a:t>
            </a:r>
            <a:r>
              <a:rPr sz="1500" spc="50" dirty="0">
                <a:solidFill>
                  <a:srgbClr val="93A2B8"/>
                </a:solidFill>
                <a:latin typeface="Tahoma"/>
                <a:cs typeface="Tahoma"/>
              </a:rPr>
              <a:t>status</a:t>
            </a:r>
            <a:r>
              <a:rPr sz="1500" spc="-70" dirty="0">
                <a:solidFill>
                  <a:srgbClr val="93A2B8"/>
                </a:solidFill>
                <a:latin typeface="Tahoma"/>
                <a:cs typeface="Tahoma"/>
              </a:rPr>
              <a:t> </a:t>
            </a:r>
            <a:r>
              <a:rPr sz="1500" spc="-10" dirty="0">
                <a:solidFill>
                  <a:srgbClr val="93A2B8"/>
                </a:solidFill>
                <a:latin typeface="Tahoma"/>
                <a:cs typeface="Tahoma"/>
              </a:rPr>
              <a:t>reports.</a:t>
            </a:r>
            <a:endParaRPr sz="1500">
              <a:latin typeface="Tahoma"/>
              <a:cs typeface="Tahoma"/>
            </a:endParaRPr>
          </a:p>
          <a:p>
            <a:pPr marL="346710" indent="-210185">
              <a:lnSpc>
                <a:spcPct val="100000"/>
              </a:lnSpc>
              <a:spcBef>
                <a:spcPts val="1355"/>
              </a:spcBef>
              <a:buFont typeface="Tahoma"/>
              <a:buChar char="•"/>
              <a:tabLst>
                <a:tab pos="346710" algn="l"/>
              </a:tabLst>
            </a:pPr>
            <a:r>
              <a:rPr sz="1500" b="1" spc="-10" dirty="0">
                <a:solidFill>
                  <a:srgbClr val="93A2B8"/>
                </a:solidFill>
                <a:latin typeface="Tahoma"/>
                <a:cs typeface="Tahoma"/>
              </a:rPr>
              <a:t>Security:</a:t>
            </a:r>
            <a:r>
              <a:rPr sz="1500" b="1" spc="95" dirty="0">
                <a:solidFill>
                  <a:srgbClr val="93A2B8"/>
                </a:solidFill>
                <a:latin typeface="Tahoma"/>
                <a:cs typeface="Tahoma"/>
              </a:rPr>
              <a:t> </a:t>
            </a:r>
            <a:r>
              <a:rPr sz="1500" spc="75" dirty="0">
                <a:solidFill>
                  <a:srgbClr val="93A2B8"/>
                </a:solidFill>
                <a:latin typeface="Tahoma"/>
                <a:cs typeface="Tahoma"/>
              </a:rPr>
              <a:t>Receive</a:t>
            </a:r>
            <a:r>
              <a:rPr sz="1500" spc="60" dirty="0">
                <a:solidFill>
                  <a:srgbClr val="93A2B8"/>
                </a:solidFill>
                <a:latin typeface="Tahoma"/>
                <a:cs typeface="Tahoma"/>
              </a:rPr>
              <a:t> </a:t>
            </a:r>
            <a:r>
              <a:rPr sz="1500" dirty="0">
                <a:solidFill>
                  <a:srgbClr val="93A2B8"/>
                </a:solidFill>
                <a:latin typeface="Tahoma"/>
                <a:cs typeface="Tahoma"/>
              </a:rPr>
              <a:t>motion</a:t>
            </a:r>
            <a:r>
              <a:rPr sz="1500" spc="55" dirty="0">
                <a:solidFill>
                  <a:srgbClr val="93A2B8"/>
                </a:solidFill>
                <a:latin typeface="Tahoma"/>
                <a:cs typeface="Tahoma"/>
              </a:rPr>
              <a:t> </a:t>
            </a:r>
            <a:r>
              <a:rPr sz="1500" dirty="0">
                <a:solidFill>
                  <a:srgbClr val="93A2B8"/>
                </a:solidFill>
                <a:latin typeface="Tahoma"/>
                <a:cs typeface="Tahoma"/>
              </a:rPr>
              <a:t>alerts</a:t>
            </a:r>
            <a:r>
              <a:rPr sz="1500" spc="35" dirty="0">
                <a:solidFill>
                  <a:srgbClr val="93A2B8"/>
                </a:solidFill>
                <a:latin typeface="Tahoma"/>
                <a:cs typeface="Tahoma"/>
              </a:rPr>
              <a:t> </a:t>
            </a:r>
            <a:r>
              <a:rPr sz="1500" dirty="0">
                <a:solidFill>
                  <a:srgbClr val="93A2B8"/>
                </a:solidFill>
                <a:latin typeface="Tahoma"/>
                <a:cs typeface="Tahoma"/>
              </a:rPr>
              <a:t>to</a:t>
            </a:r>
            <a:r>
              <a:rPr sz="1500" spc="45" dirty="0">
                <a:solidFill>
                  <a:srgbClr val="93A2B8"/>
                </a:solidFill>
                <a:latin typeface="Tahoma"/>
                <a:cs typeface="Tahoma"/>
              </a:rPr>
              <a:t> </a:t>
            </a:r>
            <a:r>
              <a:rPr sz="1500" spc="55" dirty="0">
                <a:solidFill>
                  <a:srgbClr val="93A2B8"/>
                </a:solidFill>
                <a:latin typeface="Tahoma"/>
                <a:cs typeface="Tahoma"/>
              </a:rPr>
              <a:t>your</a:t>
            </a:r>
            <a:r>
              <a:rPr sz="1500" spc="50" dirty="0">
                <a:solidFill>
                  <a:srgbClr val="93A2B8"/>
                </a:solidFill>
                <a:latin typeface="Tahoma"/>
                <a:cs typeface="Tahoma"/>
              </a:rPr>
              <a:t> </a:t>
            </a:r>
            <a:r>
              <a:rPr sz="1500" spc="40" dirty="0">
                <a:solidFill>
                  <a:srgbClr val="93A2B8"/>
                </a:solidFill>
                <a:latin typeface="Tahoma"/>
                <a:cs typeface="Tahoma"/>
              </a:rPr>
              <a:t>phone.</a:t>
            </a:r>
            <a:endParaRPr sz="1500">
              <a:latin typeface="Tahoma"/>
              <a:cs typeface="Tahoma"/>
            </a:endParaRPr>
          </a:p>
        </p:txBody>
      </p:sp>
      <p:sp>
        <p:nvSpPr>
          <p:cNvPr id="3" name="object 3"/>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270" dirty="0"/>
              <a:t>IoT</a:t>
            </a:r>
            <a:r>
              <a:rPr spc="-120" dirty="0"/>
              <a:t> </a:t>
            </a:r>
            <a:r>
              <a:rPr spc="-620" dirty="0"/>
              <a:t>&amp;</a:t>
            </a:r>
            <a:r>
              <a:rPr spc="-105" dirty="0"/>
              <a:t> </a:t>
            </a:r>
            <a:r>
              <a:rPr spc="-110" dirty="0"/>
              <a:t>Remote</a:t>
            </a:r>
            <a:r>
              <a:rPr spc="-165" dirty="0"/>
              <a:t> </a:t>
            </a:r>
            <a:r>
              <a:rPr spc="-10" dirty="0"/>
              <a:t>Access</a:t>
            </a:r>
          </a:p>
        </p:txBody>
      </p:sp>
      <p:pic>
        <p:nvPicPr>
          <p:cNvPr id="4" name="object 4"/>
          <p:cNvPicPr/>
          <p:nvPr/>
        </p:nvPicPr>
        <p:blipFill>
          <a:blip r:embed="rId2" cstate="print"/>
          <a:stretch>
            <a:fillRect/>
          </a:stretch>
        </p:blipFill>
        <p:spPr>
          <a:xfrm>
            <a:off x="6515100" y="1113447"/>
            <a:ext cx="4631055" cy="463104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500" y="2686050"/>
            <a:ext cx="3492500" cy="2371725"/>
          </a:xfrm>
          <a:prstGeom prst="rect">
            <a:avLst/>
          </a:prstGeom>
        </p:spPr>
      </p:pic>
      <p:pic>
        <p:nvPicPr>
          <p:cNvPr id="3" name="object 3"/>
          <p:cNvPicPr/>
          <p:nvPr/>
        </p:nvPicPr>
        <p:blipFill>
          <a:blip r:embed="rId3" cstate="print"/>
          <a:stretch>
            <a:fillRect/>
          </a:stretch>
        </p:blipFill>
        <p:spPr>
          <a:xfrm>
            <a:off x="4349750" y="2686050"/>
            <a:ext cx="3492500" cy="2371725"/>
          </a:xfrm>
          <a:prstGeom prst="rect">
            <a:avLst/>
          </a:prstGeom>
        </p:spPr>
      </p:pic>
      <p:pic>
        <p:nvPicPr>
          <p:cNvPr id="4" name="object 4"/>
          <p:cNvPicPr/>
          <p:nvPr/>
        </p:nvPicPr>
        <p:blipFill>
          <a:blip r:embed="rId4" cstate="print"/>
          <a:stretch>
            <a:fillRect/>
          </a:stretch>
        </p:blipFill>
        <p:spPr>
          <a:xfrm>
            <a:off x="8128127" y="2686050"/>
            <a:ext cx="3492500" cy="2371725"/>
          </a:xfrm>
          <a:prstGeom prst="rect">
            <a:avLst/>
          </a:prstGeom>
        </p:spPr>
      </p:pic>
      <p:sp>
        <p:nvSpPr>
          <p:cNvPr id="5" name="object 5"/>
          <p:cNvSpPr txBox="1"/>
          <p:nvPr/>
        </p:nvSpPr>
        <p:spPr>
          <a:xfrm>
            <a:off x="1851405" y="3609847"/>
            <a:ext cx="932180" cy="345440"/>
          </a:xfrm>
          <a:prstGeom prst="rect">
            <a:avLst/>
          </a:prstGeom>
        </p:spPr>
        <p:txBody>
          <a:bodyPr vert="horz" wrap="square" lIns="0" tIns="12700" rIns="0" bIns="0" rtlCol="0">
            <a:spAutoFit/>
          </a:bodyPr>
          <a:lstStyle/>
          <a:p>
            <a:pPr marL="12700">
              <a:lnSpc>
                <a:spcPct val="100000"/>
              </a:lnSpc>
              <a:spcBef>
                <a:spcPts val="100"/>
              </a:spcBef>
            </a:pPr>
            <a:r>
              <a:rPr sz="2100" b="1" spc="-10" dirty="0">
                <a:solidFill>
                  <a:srgbClr val="E1E8EF"/>
                </a:solidFill>
                <a:latin typeface="Tahoma"/>
                <a:cs typeface="Tahoma"/>
              </a:rPr>
              <a:t>Source</a:t>
            </a:r>
            <a:endParaRPr sz="2100">
              <a:latin typeface="Tahoma"/>
              <a:cs typeface="Tahoma"/>
            </a:endParaRPr>
          </a:p>
        </p:txBody>
      </p:sp>
      <p:sp>
        <p:nvSpPr>
          <p:cNvPr id="6" name="object 6"/>
          <p:cNvSpPr txBox="1"/>
          <p:nvPr/>
        </p:nvSpPr>
        <p:spPr>
          <a:xfrm>
            <a:off x="1450975" y="4386833"/>
            <a:ext cx="1732914" cy="254000"/>
          </a:xfrm>
          <a:prstGeom prst="rect">
            <a:avLst/>
          </a:prstGeom>
        </p:spPr>
        <p:txBody>
          <a:bodyPr vert="horz" wrap="square" lIns="0" tIns="12700" rIns="0" bIns="0" rtlCol="0">
            <a:spAutoFit/>
          </a:bodyPr>
          <a:lstStyle/>
          <a:p>
            <a:pPr marL="12700">
              <a:lnSpc>
                <a:spcPct val="100000"/>
              </a:lnSpc>
              <a:spcBef>
                <a:spcPts val="100"/>
              </a:spcBef>
            </a:pPr>
            <a:r>
              <a:rPr sz="1500" spc="80" dirty="0">
                <a:solidFill>
                  <a:srgbClr val="93A2B8"/>
                </a:solidFill>
                <a:latin typeface="Tahoma"/>
                <a:cs typeface="Tahoma"/>
              </a:rPr>
              <a:t>Li-</a:t>
            </a:r>
            <a:r>
              <a:rPr sz="1500" spc="50" dirty="0">
                <a:solidFill>
                  <a:srgbClr val="93A2B8"/>
                </a:solidFill>
                <a:latin typeface="Tahoma"/>
                <a:cs typeface="Tahoma"/>
              </a:rPr>
              <a:t>ion</a:t>
            </a:r>
            <a:r>
              <a:rPr sz="1500" spc="130" dirty="0">
                <a:solidFill>
                  <a:srgbClr val="93A2B8"/>
                </a:solidFill>
                <a:latin typeface="Tahoma"/>
                <a:cs typeface="Tahoma"/>
              </a:rPr>
              <a:t> </a:t>
            </a:r>
            <a:r>
              <a:rPr sz="1500" dirty="0">
                <a:solidFill>
                  <a:srgbClr val="93A2B8"/>
                </a:solidFill>
                <a:latin typeface="Tahoma"/>
                <a:cs typeface="Tahoma"/>
              </a:rPr>
              <a:t>Battery</a:t>
            </a:r>
            <a:r>
              <a:rPr sz="1500" spc="95" dirty="0">
                <a:solidFill>
                  <a:srgbClr val="93A2B8"/>
                </a:solidFill>
                <a:latin typeface="Tahoma"/>
                <a:cs typeface="Tahoma"/>
              </a:rPr>
              <a:t> </a:t>
            </a:r>
            <a:r>
              <a:rPr sz="1500" spc="75" dirty="0">
                <a:solidFill>
                  <a:srgbClr val="93A2B8"/>
                </a:solidFill>
                <a:latin typeface="Tahoma"/>
                <a:cs typeface="Tahoma"/>
              </a:rPr>
              <a:t>Pack</a:t>
            </a:r>
            <a:endParaRPr sz="1500">
              <a:latin typeface="Tahoma"/>
              <a:cs typeface="Tahoma"/>
            </a:endParaRPr>
          </a:p>
        </p:txBody>
      </p:sp>
      <p:sp>
        <p:nvSpPr>
          <p:cNvPr id="7" name="object 7"/>
          <p:cNvSpPr txBox="1"/>
          <p:nvPr/>
        </p:nvSpPr>
        <p:spPr>
          <a:xfrm>
            <a:off x="5301488" y="3609847"/>
            <a:ext cx="1592580" cy="345440"/>
          </a:xfrm>
          <a:prstGeom prst="rect">
            <a:avLst/>
          </a:prstGeom>
        </p:spPr>
        <p:txBody>
          <a:bodyPr vert="horz" wrap="square" lIns="0" tIns="12700" rIns="0" bIns="0" rtlCol="0">
            <a:spAutoFit/>
          </a:bodyPr>
          <a:lstStyle/>
          <a:p>
            <a:pPr marL="12700">
              <a:lnSpc>
                <a:spcPct val="100000"/>
              </a:lnSpc>
              <a:spcBef>
                <a:spcPts val="100"/>
              </a:spcBef>
            </a:pPr>
            <a:r>
              <a:rPr sz="2100" b="1" dirty="0">
                <a:solidFill>
                  <a:srgbClr val="E1E8EF"/>
                </a:solidFill>
                <a:latin typeface="Tahoma"/>
                <a:cs typeface="Tahoma"/>
              </a:rPr>
              <a:t>Logic</a:t>
            </a:r>
            <a:r>
              <a:rPr sz="2100" b="1" spc="-125" dirty="0">
                <a:solidFill>
                  <a:srgbClr val="E1E8EF"/>
                </a:solidFill>
                <a:latin typeface="Tahoma"/>
                <a:cs typeface="Tahoma"/>
              </a:rPr>
              <a:t> </a:t>
            </a:r>
            <a:r>
              <a:rPr sz="2100" b="1" spc="-85" dirty="0">
                <a:solidFill>
                  <a:srgbClr val="E1E8EF"/>
                </a:solidFill>
                <a:latin typeface="Tahoma"/>
                <a:cs typeface="Tahoma"/>
              </a:rPr>
              <a:t>Power</a:t>
            </a:r>
            <a:endParaRPr sz="2100">
              <a:latin typeface="Tahoma"/>
              <a:cs typeface="Tahoma"/>
            </a:endParaRPr>
          </a:p>
        </p:txBody>
      </p:sp>
      <p:sp>
        <p:nvSpPr>
          <p:cNvPr id="8" name="object 8"/>
          <p:cNvSpPr txBox="1"/>
          <p:nvPr/>
        </p:nvSpPr>
        <p:spPr>
          <a:xfrm>
            <a:off x="5302758" y="4386833"/>
            <a:ext cx="1588135" cy="254000"/>
          </a:xfrm>
          <a:prstGeom prst="rect">
            <a:avLst/>
          </a:prstGeom>
        </p:spPr>
        <p:txBody>
          <a:bodyPr vert="horz" wrap="square" lIns="0" tIns="12700" rIns="0" bIns="0" rtlCol="0">
            <a:spAutoFit/>
          </a:bodyPr>
          <a:lstStyle/>
          <a:p>
            <a:pPr marL="12700">
              <a:lnSpc>
                <a:spcPct val="100000"/>
              </a:lnSpc>
              <a:spcBef>
                <a:spcPts val="100"/>
              </a:spcBef>
            </a:pPr>
            <a:r>
              <a:rPr sz="1500" spc="65" dirty="0">
                <a:solidFill>
                  <a:srgbClr val="93A2B8"/>
                </a:solidFill>
                <a:latin typeface="Tahoma"/>
                <a:cs typeface="Tahoma"/>
              </a:rPr>
              <a:t>5V/5A</a:t>
            </a:r>
            <a:r>
              <a:rPr sz="1500" spc="-25" dirty="0">
                <a:solidFill>
                  <a:srgbClr val="93A2B8"/>
                </a:solidFill>
                <a:latin typeface="Tahoma"/>
                <a:cs typeface="Tahoma"/>
              </a:rPr>
              <a:t> </a:t>
            </a:r>
            <a:r>
              <a:rPr sz="1500" spc="-10" dirty="0">
                <a:solidFill>
                  <a:srgbClr val="93A2B8"/>
                </a:solidFill>
                <a:latin typeface="Tahoma"/>
                <a:cs typeface="Tahoma"/>
              </a:rPr>
              <a:t>Regulation</a:t>
            </a:r>
            <a:endParaRPr sz="1500">
              <a:latin typeface="Tahoma"/>
              <a:cs typeface="Tahoma"/>
            </a:endParaRPr>
          </a:p>
        </p:txBody>
      </p:sp>
      <p:sp>
        <p:nvSpPr>
          <p:cNvPr id="9" name="object 9"/>
          <p:cNvSpPr txBox="1"/>
          <p:nvPr/>
        </p:nvSpPr>
        <p:spPr>
          <a:xfrm>
            <a:off x="9036811" y="3609847"/>
            <a:ext cx="1677670" cy="345440"/>
          </a:xfrm>
          <a:prstGeom prst="rect">
            <a:avLst/>
          </a:prstGeom>
        </p:spPr>
        <p:txBody>
          <a:bodyPr vert="horz" wrap="square" lIns="0" tIns="12700" rIns="0" bIns="0" rtlCol="0">
            <a:spAutoFit/>
          </a:bodyPr>
          <a:lstStyle/>
          <a:p>
            <a:pPr marL="12700">
              <a:lnSpc>
                <a:spcPct val="100000"/>
              </a:lnSpc>
              <a:spcBef>
                <a:spcPts val="100"/>
              </a:spcBef>
            </a:pPr>
            <a:r>
              <a:rPr sz="2100" b="1" dirty="0">
                <a:solidFill>
                  <a:srgbClr val="E1E8EF"/>
                </a:solidFill>
                <a:latin typeface="Tahoma"/>
                <a:cs typeface="Tahoma"/>
              </a:rPr>
              <a:t>Motor</a:t>
            </a:r>
            <a:r>
              <a:rPr sz="2100" b="1" spc="-130" dirty="0">
                <a:solidFill>
                  <a:srgbClr val="E1E8EF"/>
                </a:solidFill>
                <a:latin typeface="Tahoma"/>
                <a:cs typeface="Tahoma"/>
              </a:rPr>
              <a:t> </a:t>
            </a:r>
            <a:r>
              <a:rPr sz="2100" b="1" spc="-85" dirty="0">
                <a:solidFill>
                  <a:srgbClr val="E1E8EF"/>
                </a:solidFill>
                <a:latin typeface="Tahoma"/>
                <a:cs typeface="Tahoma"/>
              </a:rPr>
              <a:t>Power</a:t>
            </a:r>
            <a:endParaRPr sz="2100">
              <a:latin typeface="Tahoma"/>
              <a:cs typeface="Tahoma"/>
            </a:endParaRPr>
          </a:p>
        </p:txBody>
      </p:sp>
      <p:sp>
        <p:nvSpPr>
          <p:cNvPr id="10" name="object 10"/>
          <p:cNvSpPr txBox="1"/>
          <p:nvPr/>
        </p:nvSpPr>
        <p:spPr>
          <a:xfrm>
            <a:off x="9187942" y="4386833"/>
            <a:ext cx="1373505" cy="254000"/>
          </a:xfrm>
          <a:prstGeom prst="rect">
            <a:avLst/>
          </a:prstGeom>
        </p:spPr>
        <p:txBody>
          <a:bodyPr vert="horz" wrap="square" lIns="0" tIns="12700" rIns="0" bIns="0" rtlCol="0">
            <a:spAutoFit/>
          </a:bodyPr>
          <a:lstStyle/>
          <a:p>
            <a:pPr marL="12700">
              <a:lnSpc>
                <a:spcPct val="100000"/>
              </a:lnSpc>
              <a:spcBef>
                <a:spcPts val="100"/>
              </a:spcBef>
            </a:pPr>
            <a:r>
              <a:rPr sz="1500" dirty="0">
                <a:solidFill>
                  <a:srgbClr val="93A2B8"/>
                </a:solidFill>
                <a:latin typeface="Tahoma"/>
                <a:cs typeface="Tahoma"/>
              </a:rPr>
              <a:t>12V</a:t>
            </a:r>
            <a:r>
              <a:rPr sz="1500" spc="-40" dirty="0">
                <a:solidFill>
                  <a:srgbClr val="93A2B8"/>
                </a:solidFill>
                <a:latin typeface="Tahoma"/>
                <a:cs typeface="Tahoma"/>
              </a:rPr>
              <a:t> </a:t>
            </a:r>
            <a:r>
              <a:rPr sz="1500" spc="50" dirty="0">
                <a:solidFill>
                  <a:srgbClr val="93A2B8"/>
                </a:solidFill>
                <a:latin typeface="Tahoma"/>
                <a:cs typeface="Tahoma"/>
              </a:rPr>
              <a:t>Direct</a:t>
            </a:r>
            <a:r>
              <a:rPr sz="1500" spc="-30" dirty="0">
                <a:solidFill>
                  <a:srgbClr val="93A2B8"/>
                </a:solidFill>
                <a:latin typeface="Tahoma"/>
                <a:cs typeface="Tahoma"/>
              </a:rPr>
              <a:t> </a:t>
            </a:r>
            <a:r>
              <a:rPr sz="1500" spc="40" dirty="0">
                <a:solidFill>
                  <a:srgbClr val="93A2B8"/>
                </a:solidFill>
                <a:latin typeface="Tahoma"/>
                <a:cs typeface="Tahoma"/>
              </a:rPr>
              <a:t>Line</a:t>
            </a:r>
            <a:endParaRPr sz="1500">
              <a:latin typeface="Tahoma"/>
              <a:cs typeface="Tahoma"/>
            </a:endParaRPr>
          </a:p>
        </p:txBody>
      </p:sp>
      <p:pic>
        <p:nvPicPr>
          <p:cNvPr id="11" name="object 11"/>
          <p:cNvPicPr/>
          <p:nvPr/>
        </p:nvPicPr>
        <p:blipFill>
          <a:blip r:embed="rId5" cstate="print"/>
          <a:stretch>
            <a:fillRect/>
          </a:stretch>
        </p:blipFill>
        <p:spPr>
          <a:xfrm>
            <a:off x="2103373" y="3019425"/>
            <a:ext cx="428625" cy="381000"/>
          </a:xfrm>
          <a:prstGeom prst="rect">
            <a:avLst/>
          </a:prstGeom>
        </p:spPr>
      </p:pic>
      <p:pic>
        <p:nvPicPr>
          <p:cNvPr id="12" name="object 12"/>
          <p:cNvPicPr/>
          <p:nvPr/>
        </p:nvPicPr>
        <p:blipFill>
          <a:blip r:embed="rId6" cstate="print"/>
          <a:stretch>
            <a:fillRect/>
          </a:stretch>
        </p:blipFill>
        <p:spPr>
          <a:xfrm>
            <a:off x="5943600" y="3019425"/>
            <a:ext cx="304800" cy="381000"/>
          </a:xfrm>
          <a:prstGeom prst="rect">
            <a:avLst/>
          </a:prstGeom>
        </p:spPr>
      </p:pic>
      <p:pic>
        <p:nvPicPr>
          <p:cNvPr id="13" name="object 13"/>
          <p:cNvPicPr/>
          <p:nvPr/>
        </p:nvPicPr>
        <p:blipFill>
          <a:blip r:embed="rId7" cstate="print"/>
          <a:stretch>
            <a:fillRect/>
          </a:stretch>
        </p:blipFill>
        <p:spPr>
          <a:xfrm>
            <a:off x="9707626" y="3019425"/>
            <a:ext cx="333375" cy="381000"/>
          </a:xfrm>
          <a:prstGeom prst="rect">
            <a:avLst/>
          </a:prstGeom>
        </p:spPr>
      </p:pic>
      <p:sp>
        <p:nvSpPr>
          <p:cNvPr id="14" name="object 14"/>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pc="-150" dirty="0"/>
              <a:t>Power</a:t>
            </a:r>
            <a:r>
              <a:rPr spc="-100" dirty="0"/>
              <a:t> </a:t>
            </a:r>
            <a:r>
              <a:rPr spc="-55" dirty="0"/>
              <a:t>Management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1500" y="2638425"/>
            <a:ext cx="5286375" cy="2466975"/>
          </a:xfrm>
          <a:prstGeom prst="rect">
            <a:avLst/>
          </a:prstGeom>
        </p:spPr>
      </p:pic>
      <p:pic>
        <p:nvPicPr>
          <p:cNvPr id="3" name="object 3"/>
          <p:cNvPicPr/>
          <p:nvPr/>
        </p:nvPicPr>
        <p:blipFill>
          <a:blip r:embed="rId3" cstate="print"/>
          <a:stretch>
            <a:fillRect/>
          </a:stretch>
        </p:blipFill>
        <p:spPr>
          <a:xfrm>
            <a:off x="6334125" y="2638425"/>
            <a:ext cx="5286375" cy="2466975"/>
          </a:xfrm>
          <a:prstGeom prst="rect">
            <a:avLst/>
          </a:prstGeom>
        </p:spPr>
      </p:pic>
      <p:sp>
        <p:nvSpPr>
          <p:cNvPr id="4" name="object 4"/>
          <p:cNvSpPr txBox="1"/>
          <p:nvPr/>
        </p:nvSpPr>
        <p:spPr>
          <a:xfrm>
            <a:off x="924153" y="3000247"/>
            <a:ext cx="3613150" cy="1240790"/>
          </a:xfrm>
          <a:prstGeom prst="rect">
            <a:avLst/>
          </a:prstGeom>
        </p:spPr>
        <p:txBody>
          <a:bodyPr vert="horz" wrap="square" lIns="0" tIns="12700" rIns="0" bIns="0" rtlCol="0">
            <a:spAutoFit/>
          </a:bodyPr>
          <a:lstStyle/>
          <a:p>
            <a:pPr marL="38100">
              <a:lnSpc>
                <a:spcPct val="100000"/>
              </a:lnSpc>
              <a:spcBef>
                <a:spcPts val="100"/>
              </a:spcBef>
            </a:pPr>
            <a:r>
              <a:rPr sz="2100" b="1" spc="-50" dirty="0">
                <a:solidFill>
                  <a:srgbClr val="E1E8EF"/>
                </a:solidFill>
                <a:latin typeface="Tahoma"/>
                <a:cs typeface="Tahoma"/>
              </a:rPr>
              <a:t>Core</a:t>
            </a:r>
            <a:r>
              <a:rPr sz="2100" b="1" spc="-80" dirty="0">
                <a:solidFill>
                  <a:srgbClr val="E1E8EF"/>
                </a:solidFill>
                <a:latin typeface="Tahoma"/>
                <a:cs typeface="Tahoma"/>
              </a:rPr>
              <a:t> </a:t>
            </a:r>
            <a:r>
              <a:rPr sz="2100" b="1" spc="-10" dirty="0">
                <a:solidFill>
                  <a:srgbClr val="E1E8EF"/>
                </a:solidFill>
                <a:latin typeface="Tahoma"/>
                <a:cs typeface="Tahoma"/>
              </a:rPr>
              <a:t>Intelligence</a:t>
            </a:r>
            <a:endParaRPr sz="2100">
              <a:latin typeface="Tahoma"/>
              <a:cs typeface="Tahoma"/>
            </a:endParaRPr>
          </a:p>
          <a:p>
            <a:pPr marL="333375" indent="-210185">
              <a:lnSpc>
                <a:spcPct val="100000"/>
              </a:lnSpc>
              <a:spcBef>
                <a:spcPts val="2095"/>
              </a:spcBef>
              <a:buFont typeface="Tahoma"/>
              <a:buChar char="•"/>
              <a:tabLst>
                <a:tab pos="333375" algn="l"/>
              </a:tabLst>
            </a:pPr>
            <a:r>
              <a:rPr sz="1500" b="1" dirty="0">
                <a:solidFill>
                  <a:srgbClr val="93A2B8"/>
                </a:solidFill>
                <a:latin typeface="Tahoma"/>
                <a:cs typeface="Tahoma"/>
              </a:rPr>
              <a:t>LLM</a:t>
            </a:r>
            <a:r>
              <a:rPr sz="1500" b="1" spc="-110" dirty="0">
                <a:solidFill>
                  <a:srgbClr val="93A2B8"/>
                </a:solidFill>
                <a:latin typeface="Tahoma"/>
                <a:cs typeface="Tahoma"/>
              </a:rPr>
              <a:t> </a:t>
            </a:r>
            <a:r>
              <a:rPr sz="1500" b="1" spc="-20" dirty="0">
                <a:solidFill>
                  <a:srgbClr val="93A2B8"/>
                </a:solidFill>
                <a:latin typeface="Tahoma"/>
                <a:cs typeface="Tahoma"/>
              </a:rPr>
              <a:t>Engine:</a:t>
            </a:r>
            <a:r>
              <a:rPr sz="1500" b="1" spc="-10" dirty="0">
                <a:solidFill>
                  <a:srgbClr val="93A2B8"/>
                </a:solidFill>
                <a:latin typeface="Tahoma"/>
                <a:cs typeface="Tahoma"/>
              </a:rPr>
              <a:t> </a:t>
            </a:r>
            <a:r>
              <a:rPr sz="1500" spc="55" dirty="0">
                <a:solidFill>
                  <a:srgbClr val="93A2B8"/>
                </a:solidFill>
                <a:latin typeface="Tahoma"/>
                <a:cs typeface="Tahoma"/>
              </a:rPr>
              <a:t>Reasoning</a:t>
            </a:r>
            <a:r>
              <a:rPr sz="1500" spc="-50" dirty="0">
                <a:solidFill>
                  <a:srgbClr val="93A2B8"/>
                </a:solidFill>
                <a:latin typeface="Tahoma"/>
                <a:cs typeface="Tahoma"/>
              </a:rPr>
              <a:t> </a:t>
            </a:r>
            <a:r>
              <a:rPr sz="1500" dirty="0">
                <a:solidFill>
                  <a:srgbClr val="93A2B8"/>
                </a:solidFill>
                <a:latin typeface="Tahoma"/>
                <a:cs typeface="Tahoma"/>
              </a:rPr>
              <a:t>&amp;</a:t>
            </a:r>
            <a:r>
              <a:rPr sz="1500" spc="-65" dirty="0">
                <a:solidFill>
                  <a:srgbClr val="93A2B8"/>
                </a:solidFill>
                <a:latin typeface="Tahoma"/>
                <a:cs typeface="Tahoma"/>
              </a:rPr>
              <a:t> </a:t>
            </a:r>
            <a:r>
              <a:rPr sz="1500" spc="50" dirty="0">
                <a:solidFill>
                  <a:srgbClr val="93A2B8"/>
                </a:solidFill>
                <a:latin typeface="Tahoma"/>
                <a:cs typeface="Tahoma"/>
              </a:rPr>
              <a:t>Text</a:t>
            </a:r>
            <a:r>
              <a:rPr sz="1500" spc="-60" dirty="0">
                <a:solidFill>
                  <a:srgbClr val="93A2B8"/>
                </a:solidFill>
                <a:latin typeface="Tahoma"/>
                <a:cs typeface="Tahoma"/>
              </a:rPr>
              <a:t> </a:t>
            </a:r>
            <a:r>
              <a:rPr sz="1500" spc="-20" dirty="0">
                <a:solidFill>
                  <a:srgbClr val="93A2B8"/>
                </a:solidFill>
                <a:latin typeface="Tahoma"/>
                <a:cs typeface="Tahoma"/>
              </a:rPr>
              <a:t>Gen.</a:t>
            </a:r>
            <a:endParaRPr sz="1500">
              <a:latin typeface="Tahoma"/>
              <a:cs typeface="Tahoma"/>
            </a:endParaRPr>
          </a:p>
          <a:p>
            <a:pPr marL="334010" indent="-210820">
              <a:lnSpc>
                <a:spcPct val="100000"/>
              </a:lnSpc>
              <a:spcBef>
                <a:spcPts val="1350"/>
              </a:spcBef>
              <a:buFont typeface="Tahoma"/>
              <a:buChar char="•"/>
              <a:tabLst>
                <a:tab pos="334010" algn="l"/>
              </a:tabLst>
            </a:pPr>
            <a:r>
              <a:rPr sz="1500" b="1" dirty="0">
                <a:solidFill>
                  <a:srgbClr val="93A2B8"/>
                </a:solidFill>
                <a:latin typeface="Tahoma"/>
                <a:cs typeface="Tahoma"/>
              </a:rPr>
              <a:t>Vision</a:t>
            </a:r>
            <a:r>
              <a:rPr sz="1500" b="1" spc="-80" dirty="0">
                <a:solidFill>
                  <a:srgbClr val="93A2B8"/>
                </a:solidFill>
                <a:latin typeface="Tahoma"/>
                <a:cs typeface="Tahoma"/>
              </a:rPr>
              <a:t> </a:t>
            </a:r>
            <a:r>
              <a:rPr sz="1500" b="1" spc="-10" dirty="0">
                <a:solidFill>
                  <a:srgbClr val="93A2B8"/>
                </a:solidFill>
                <a:latin typeface="Tahoma"/>
                <a:cs typeface="Tahoma"/>
              </a:rPr>
              <a:t>Module:</a:t>
            </a:r>
            <a:r>
              <a:rPr sz="1500" b="1" spc="-25" dirty="0">
                <a:solidFill>
                  <a:srgbClr val="93A2B8"/>
                </a:solidFill>
                <a:latin typeface="Tahoma"/>
                <a:cs typeface="Tahoma"/>
              </a:rPr>
              <a:t> </a:t>
            </a:r>
            <a:r>
              <a:rPr sz="1500" spc="70" dirty="0">
                <a:solidFill>
                  <a:srgbClr val="93A2B8"/>
                </a:solidFill>
                <a:latin typeface="Tahoma"/>
                <a:cs typeface="Tahoma"/>
              </a:rPr>
              <a:t>Camera</a:t>
            </a:r>
            <a:r>
              <a:rPr sz="1500" spc="-55" dirty="0">
                <a:solidFill>
                  <a:srgbClr val="93A2B8"/>
                </a:solidFill>
                <a:latin typeface="Tahoma"/>
                <a:cs typeface="Tahoma"/>
              </a:rPr>
              <a:t> </a:t>
            </a:r>
            <a:r>
              <a:rPr sz="1500" dirty="0">
                <a:solidFill>
                  <a:srgbClr val="93A2B8"/>
                </a:solidFill>
                <a:latin typeface="Tahoma"/>
                <a:cs typeface="Tahoma"/>
              </a:rPr>
              <a:t>&amp;</a:t>
            </a:r>
            <a:r>
              <a:rPr sz="1500" spc="-65" dirty="0">
                <a:solidFill>
                  <a:srgbClr val="93A2B8"/>
                </a:solidFill>
                <a:latin typeface="Tahoma"/>
                <a:cs typeface="Tahoma"/>
              </a:rPr>
              <a:t> </a:t>
            </a:r>
            <a:r>
              <a:rPr sz="1500" spc="75" dirty="0">
                <a:solidFill>
                  <a:srgbClr val="93A2B8"/>
                </a:solidFill>
                <a:latin typeface="Tahoma"/>
                <a:cs typeface="Tahoma"/>
              </a:rPr>
              <a:t>OpenCV.</a:t>
            </a:r>
            <a:endParaRPr sz="1500">
              <a:latin typeface="Tahoma"/>
              <a:cs typeface="Tahoma"/>
            </a:endParaRPr>
          </a:p>
        </p:txBody>
      </p:sp>
      <p:sp>
        <p:nvSpPr>
          <p:cNvPr id="5" name="object 5"/>
          <p:cNvSpPr txBox="1"/>
          <p:nvPr/>
        </p:nvSpPr>
        <p:spPr>
          <a:xfrm>
            <a:off x="6687311" y="3000247"/>
            <a:ext cx="3925570" cy="1640839"/>
          </a:xfrm>
          <a:prstGeom prst="rect">
            <a:avLst/>
          </a:prstGeom>
        </p:spPr>
        <p:txBody>
          <a:bodyPr vert="horz" wrap="square" lIns="0" tIns="12700" rIns="0" bIns="0" rtlCol="0">
            <a:spAutoFit/>
          </a:bodyPr>
          <a:lstStyle/>
          <a:p>
            <a:pPr marL="38100">
              <a:lnSpc>
                <a:spcPct val="100000"/>
              </a:lnSpc>
              <a:spcBef>
                <a:spcPts val="100"/>
              </a:spcBef>
            </a:pPr>
            <a:r>
              <a:rPr sz="2100" b="1" spc="-35" dirty="0">
                <a:solidFill>
                  <a:srgbClr val="E1E8EF"/>
                </a:solidFill>
                <a:latin typeface="Tahoma"/>
                <a:cs typeface="Tahoma"/>
              </a:rPr>
              <a:t>Control</a:t>
            </a:r>
            <a:r>
              <a:rPr sz="2100" b="1" spc="-85" dirty="0">
                <a:solidFill>
                  <a:srgbClr val="E1E8EF"/>
                </a:solidFill>
                <a:latin typeface="Tahoma"/>
                <a:cs typeface="Tahoma"/>
              </a:rPr>
              <a:t> </a:t>
            </a:r>
            <a:r>
              <a:rPr sz="2100" b="1" spc="-409" dirty="0">
                <a:solidFill>
                  <a:srgbClr val="E1E8EF"/>
                </a:solidFill>
                <a:latin typeface="Tahoma"/>
                <a:cs typeface="Tahoma"/>
              </a:rPr>
              <a:t>&amp;</a:t>
            </a:r>
            <a:r>
              <a:rPr sz="2100" b="1" spc="-85" dirty="0">
                <a:solidFill>
                  <a:srgbClr val="E1E8EF"/>
                </a:solidFill>
                <a:latin typeface="Tahoma"/>
                <a:cs typeface="Tahoma"/>
              </a:rPr>
              <a:t> </a:t>
            </a:r>
            <a:r>
              <a:rPr sz="2100" b="1" spc="-365" dirty="0">
                <a:solidFill>
                  <a:srgbClr val="E1E8EF"/>
                </a:solidFill>
                <a:latin typeface="Tahoma"/>
                <a:cs typeface="Tahoma"/>
              </a:rPr>
              <a:t>IO</a:t>
            </a:r>
            <a:endParaRPr sz="2100">
              <a:latin typeface="Tahoma"/>
              <a:cs typeface="Tahoma"/>
            </a:endParaRPr>
          </a:p>
          <a:p>
            <a:pPr marL="334010" indent="-210185">
              <a:lnSpc>
                <a:spcPct val="100000"/>
              </a:lnSpc>
              <a:spcBef>
                <a:spcPts val="2095"/>
              </a:spcBef>
              <a:buFont typeface="Tahoma"/>
              <a:buChar char="•"/>
              <a:tabLst>
                <a:tab pos="334010" algn="l"/>
              </a:tabLst>
            </a:pPr>
            <a:r>
              <a:rPr sz="1500" b="1" spc="-25" dirty="0">
                <a:solidFill>
                  <a:srgbClr val="93A2B8"/>
                </a:solidFill>
                <a:latin typeface="Tahoma"/>
                <a:cs typeface="Tahoma"/>
              </a:rPr>
              <a:t>Command</a:t>
            </a:r>
            <a:r>
              <a:rPr sz="1500" b="1" spc="-85" dirty="0">
                <a:solidFill>
                  <a:srgbClr val="93A2B8"/>
                </a:solidFill>
                <a:latin typeface="Tahoma"/>
                <a:cs typeface="Tahoma"/>
              </a:rPr>
              <a:t> </a:t>
            </a:r>
            <a:r>
              <a:rPr sz="1500" b="1" spc="-10" dirty="0">
                <a:solidFill>
                  <a:srgbClr val="93A2B8"/>
                </a:solidFill>
                <a:latin typeface="Tahoma"/>
                <a:cs typeface="Tahoma"/>
              </a:rPr>
              <a:t>Parser:</a:t>
            </a:r>
            <a:r>
              <a:rPr sz="1500" b="1" spc="-35" dirty="0">
                <a:solidFill>
                  <a:srgbClr val="93A2B8"/>
                </a:solidFill>
                <a:latin typeface="Tahoma"/>
                <a:cs typeface="Tahoma"/>
              </a:rPr>
              <a:t> </a:t>
            </a:r>
            <a:r>
              <a:rPr sz="1500" dirty="0">
                <a:solidFill>
                  <a:srgbClr val="93A2B8"/>
                </a:solidFill>
                <a:latin typeface="Tahoma"/>
                <a:cs typeface="Tahoma"/>
              </a:rPr>
              <a:t>Intent</a:t>
            </a:r>
            <a:r>
              <a:rPr sz="1500" spc="-85" dirty="0">
                <a:solidFill>
                  <a:srgbClr val="93A2B8"/>
                </a:solidFill>
                <a:latin typeface="Tahoma"/>
                <a:cs typeface="Tahoma"/>
              </a:rPr>
              <a:t> </a:t>
            </a:r>
            <a:r>
              <a:rPr sz="1500" spc="45" dirty="0">
                <a:solidFill>
                  <a:srgbClr val="93A2B8"/>
                </a:solidFill>
                <a:latin typeface="Tahoma"/>
                <a:cs typeface="Tahoma"/>
              </a:rPr>
              <a:t>Classification.</a:t>
            </a:r>
            <a:endParaRPr sz="1500">
              <a:latin typeface="Tahoma"/>
              <a:cs typeface="Tahoma"/>
            </a:endParaRPr>
          </a:p>
          <a:p>
            <a:pPr marL="334645" indent="-210820">
              <a:lnSpc>
                <a:spcPct val="100000"/>
              </a:lnSpc>
              <a:spcBef>
                <a:spcPts val="1350"/>
              </a:spcBef>
              <a:buFont typeface="Tahoma"/>
              <a:buChar char="•"/>
              <a:tabLst>
                <a:tab pos="334645" algn="l"/>
              </a:tabLst>
            </a:pPr>
            <a:r>
              <a:rPr sz="1500" b="1" spc="-25" dirty="0">
                <a:solidFill>
                  <a:srgbClr val="93A2B8"/>
                </a:solidFill>
                <a:latin typeface="Tahoma"/>
                <a:cs typeface="Tahoma"/>
              </a:rPr>
              <a:t>Motor</a:t>
            </a:r>
            <a:r>
              <a:rPr sz="1500" b="1" spc="-85" dirty="0">
                <a:solidFill>
                  <a:srgbClr val="93A2B8"/>
                </a:solidFill>
                <a:latin typeface="Tahoma"/>
                <a:cs typeface="Tahoma"/>
              </a:rPr>
              <a:t> </a:t>
            </a:r>
            <a:r>
              <a:rPr sz="1500" b="1" spc="-20" dirty="0">
                <a:solidFill>
                  <a:srgbClr val="93A2B8"/>
                </a:solidFill>
                <a:latin typeface="Tahoma"/>
                <a:cs typeface="Tahoma"/>
              </a:rPr>
              <a:t>Control:</a:t>
            </a:r>
            <a:r>
              <a:rPr sz="1500" b="1" dirty="0">
                <a:solidFill>
                  <a:srgbClr val="93A2B8"/>
                </a:solidFill>
                <a:latin typeface="Tahoma"/>
                <a:cs typeface="Tahoma"/>
              </a:rPr>
              <a:t> </a:t>
            </a:r>
            <a:r>
              <a:rPr sz="1500" spc="55" dirty="0">
                <a:solidFill>
                  <a:srgbClr val="93A2B8"/>
                </a:solidFill>
                <a:latin typeface="Tahoma"/>
                <a:cs typeface="Tahoma"/>
              </a:rPr>
              <a:t>Serial</a:t>
            </a:r>
            <a:r>
              <a:rPr sz="1500" spc="-50" dirty="0">
                <a:solidFill>
                  <a:srgbClr val="93A2B8"/>
                </a:solidFill>
                <a:latin typeface="Tahoma"/>
                <a:cs typeface="Tahoma"/>
              </a:rPr>
              <a:t> </a:t>
            </a:r>
            <a:r>
              <a:rPr sz="1500" spc="40" dirty="0">
                <a:solidFill>
                  <a:srgbClr val="93A2B8"/>
                </a:solidFill>
                <a:latin typeface="Tahoma"/>
                <a:cs typeface="Tahoma"/>
              </a:rPr>
              <a:t>Communication.</a:t>
            </a:r>
            <a:endParaRPr sz="1500">
              <a:latin typeface="Tahoma"/>
              <a:cs typeface="Tahoma"/>
            </a:endParaRPr>
          </a:p>
          <a:p>
            <a:pPr marL="334010" indent="-210185">
              <a:lnSpc>
                <a:spcPct val="100000"/>
              </a:lnSpc>
              <a:spcBef>
                <a:spcPts val="1350"/>
              </a:spcBef>
              <a:buFont typeface="Tahoma"/>
              <a:buChar char="•"/>
              <a:tabLst>
                <a:tab pos="334010" algn="l"/>
              </a:tabLst>
            </a:pPr>
            <a:r>
              <a:rPr sz="1500" b="1" spc="-20" dirty="0">
                <a:solidFill>
                  <a:srgbClr val="93A2B8"/>
                </a:solidFill>
                <a:latin typeface="Tahoma"/>
                <a:cs typeface="Tahoma"/>
              </a:rPr>
              <a:t>Telegram</a:t>
            </a:r>
            <a:r>
              <a:rPr sz="1500" b="1" spc="-90" dirty="0">
                <a:solidFill>
                  <a:srgbClr val="93A2B8"/>
                </a:solidFill>
                <a:latin typeface="Tahoma"/>
                <a:cs typeface="Tahoma"/>
              </a:rPr>
              <a:t> </a:t>
            </a:r>
            <a:r>
              <a:rPr sz="1500" b="1" dirty="0">
                <a:solidFill>
                  <a:srgbClr val="93A2B8"/>
                </a:solidFill>
                <a:latin typeface="Tahoma"/>
                <a:cs typeface="Tahoma"/>
              </a:rPr>
              <a:t>Assistant:</a:t>
            </a:r>
            <a:r>
              <a:rPr sz="1500" b="1" spc="-5" dirty="0">
                <a:solidFill>
                  <a:srgbClr val="93A2B8"/>
                </a:solidFill>
                <a:latin typeface="Tahoma"/>
                <a:cs typeface="Tahoma"/>
              </a:rPr>
              <a:t> </a:t>
            </a:r>
            <a:r>
              <a:rPr sz="1500" spc="80" dirty="0">
                <a:solidFill>
                  <a:srgbClr val="93A2B8"/>
                </a:solidFill>
                <a:latin typeface="Tahoma"/>
                <a:cs typeface="Tahoma"/>
              </a:rPr>
              <a:t>Cloud</a:t>
            </a:r>
            <a:r>
              <a:rPr sz="1500" spc="-45" dirty="0">
                <a:solidFill>
                  <a:srgbClr val="93A2B8"/>
                </a:solidFill>
                <a:latin typeface="Tahoma"/>
                <a:cs typeface="Tahoma"/>
              </a:rPr>
              <a:t> </a:t>
            </a:r>
            <a:r>
              <a:rPr sz="1500" spc="40" dirty="0">
                <a:solidFill>
                  <a:srgbClr val="93A2B8"/>
                </a:solidFill>
                <a:latin typeface="Tahoma"/>
                <a:cs typeface="Tahoma"/>
              </a:rPr>
              <a:t>Bridge.</a:t>
            </a:r>
            <a:endParaRPr sz="1500">
              <a:latin typeface="Tahoma"/>
              <a:cs typeface="Tahoma"/>
            </a:endParaRPr>
          </a:p>
        </p:txBody>
      </p:sp>
      <p:sp>
        <p:nvSpPr>
          <p:cNvPr id="6" name="object 6"/>
          <p:cNvSpPr txBox="1">
            <a:spLocks noGrp="1"/>
          </p:cNvSpPr>
          <p:nvPr>
            <p:ph type="title"/>
          </p:nvPr>
        </p:nvSpPr>
        <p:spPr>
          <a:xfrm>
            <a:off x="558800" y="533146"/>
            <a:ext cx="4921885" cy="506730"/>
          </a:xfrm>
          <a:prstGeom prst="rect">
            <a:avLst/>
          </a:prstGeom>
        </p:spPr>
        <p:txBody>
          <a:bodyPr vert="horz" wrap="square" lIns="0" tIns="13335" rIns="0" bIns="0" rtlCol="0">
            <a:spAutoFit/>
          </a:bodyPr>
          <a:lstStyle/>
          <a:p>
            <a:pPr marL="12700">
              <a:lnSpc>
                <a:spcPct val="100000"/>
              </a:lnSpc>
              <a:spcBef>
                <a:spcPts val="105"/>
              </a:spcBef>
            </a:pPr>
            <a:r>
              <a:rPr spc="-60" dirty="0"/>
              <a:t>Modular</a:t>
            </a:r>
            <a:r>
              <a:rPr spc="-150" dirty="0"/>
              <a:t> </a:t>
            </a:r>
            <a:r>
              <a:rPr spc="-50" dirty="0"/>
              <a:t>Software</a:t>
            </a:r>
            <a:r>
              <a:rPr spc="-145" dirty="0"/>
              <a:t> </a:t>
            </a:r>
            <a:r>
              <a:rPr spc="-60" dirty="0"/>
              <a:t>Design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CA98B0-B431-291D-AE41-39A425707C83}"/>
              </a:ext>
            </a:extLst>
          </p:cNvPr>
          <p:cNvSpPr txBox="1"/>
          <p:nvPr/>
        </p:nvSpPr>
        <p:spPr>
          <a:xfrm>
            <a:off x="228600" y="304800"/>
            <a:ext cx="6096000" cy="369332"/>
          </a:xfrm>
          <a:prstGeom prst="rect">
            <a:avLst/>
          </a:prstGeom>
          <a:noFill/>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PROJECT SNAPSHOTS</a:t>
            </a:r>
          </a:p>
        </p:txBody>
      </p:sp>
      <p:pic>
        <p:nvPicPr>
          <p:cNvPr id="5" name="Picture 4">
            <a:extLst>
              <a:ext uri="{FF2B5EF4-FFF2-40B4-BE49-F238E27FC236}">
                <a16:creationId xmlns:a16="http://schemas.microsoft.com/office/drawing/2014/main" id="{3D3A33B3-BCF3-8C3A-CB83-7DEF657CF1C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1066800"/>
            <a:ext cx="2530079" cy="1905000"/>
          </a:xfrm>
          <a:prstGeom prst="rect">
            <a:avLst/>
          </a:prstGeom>
        </p:spPr>
      </p:pic>
      <p:pic>
        <p:nvPicPr>
          <p:cNvPr id="7" name="Picture 6">
            <a:extLst>
              <a:ext uri="{FF2B5EF4-FFF2-40B4-BE49-F238E27FC236}">
                <a16:creationId xmlns:a16="http://schemas.microsoft.com/office/drawing/2014/main" id="{59849D2A-424C-EFAE-B627-816EA56F21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7662" y="1081548"/>
            <a:ext cx="2530079" cy="1905001"/>
          </a:xfrm>
          <a:prstGeom prst="rect">
            <a:avLst/>
          </a:prstGeom>
        </p:spPr>
      </p:pic>
      <p:pic>
        <p:nvPicPr>
          <p:cNvPr id="9" name="Picture 8">
            <a:extLst>
              <a:ext uri="{FF2B5EF4-FFF2-40B4-BE49-F238E27FC236}">
                <a16:creationId xmlns:a16="http://schemas.microsoft.com/office/drawing/2014/main" id="{A4791DD1-9A0D-567B-E8DF-4F1DBF1A155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9643" y="3364468"/>
            <a:ext cx="2237591" cy="2971800"/>
          </a:xfrm>
          <a:prstGeom prst="rect">
            <a:avLst/>
          </a:prstGeom>
        </p:spPr>
      </p:pic>
      <p:pic>
        <p:nvPicPr>
          <p:cNvPr id="11" name="Picture 10">
            <a:extLst>
              <a:ext uri="{FF2B5EF4-FFF2-40B4-BE49-F238E27FC236}">
                <a16:creationId xmlns:a16="http://schemas.microsoft.com/office/drawing/2014/main" id="{B7376743-6F50-DB7B-0539-83E05B74A8E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21924" y="1064340"/>
            <a:ext cx="2530079" cy="1905000"/>
          </a:xfrm>
          <a:prstGeom prst="rect">
            <a:avLst/>
          </a:prstGeom>
        </p:spPr>
      </p:pic>
      <p:pic>
        <p:nvPicPr>
          <p:cNvPr id="17" name="Picture 16">
            <a:extLst>
              <a:ext uri="{FF2B5EF4-FFF2-40B4-BE49-F238E27FC236}">
                <a16:creationId xmlns:a16="http://schemas.microsoft.com/office/drawing/2014/main" id="{6981405B-BE65-926A-4623-5718D65CCE8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366186" y="1064340"/>
            <a:ext cx="2530081" cy="1905002"/>
          </a:xfrm>
          <a:prstGeom prst="rect">
            <a:avLst/>
          </a:prstGeom>
        </p:spPr>
      </p:pic>
      <p:pic>
        <p:nvPicPr>
          <p:cNvPr id="19" name="Picture 18">
            <a:extLst>
              <a:ext uri="{FF2B5EF4-FFF2-40B4-BE49-F238E27FC236}">
                <a16:creationId xmlns:a16="http://schemas.microsoft.com/office/drawing/2014/main" id="{8D4D4B29-636D-2F29-B41A-BE16FA130F5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331773" y="3888659"/>
            <a:ext cx="2754395" cy="2286000"/>
          </a:xfrm>
          <a:prstGeom prst="rect">
            <a:avLst/>
          </a:prstGeom>
        </p:spPr>
      </p:pic>
      <p:pic>
        <p:nvPicPr>
          <p:cNvPr id="21" name="Picture 20">
            <a:extLst>
              <a:ext uri="{FF2B5EF4-FFF2-40B4-BE49-F238E27FC236}">
                <a16:creationId xmlns:a16="http://schemas.microsoft.com/office/drawing/2014/main" id="{CE16E3EA-39D9-A629-BBFB-4739AD3F4F1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665441" y="3342345"/>
            <a:ext cx="2254249" cy="2993923"/>
          </a:xfrm>
          <a:prstGeom prst="rect">
            <a:avLst/>
          </a:prstGeom>
        </p:spPr>
      </p:pic>
      <p:pic>
        <p:nvPicPr>
          <p:cNvPr id="23" name="Picture 22">
            <a:extLst>
              <a:ext uri="{FF2B5EF4-FFF2-40B4-BE49-F238E27FC236}">
                <a16:creationId xmlns:a16="http://schemas.microsoft.com/office/drawing/2014/main" id="{36FA9F22-3E97-AD2A-21F4-5D5628121F9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97755" y="3342345"/>
            <a:ext cx="2254248" cy="2993923"/>
          </a:xfrm>
          <a:prstGeom prst="rect">
            <a:avLst/>
          </a:prstGeom>
        </p:spPr>
      </p:pic>
    </p:spTree>
    <p:extLst>
      <p:ext uri="{BB962C8B-B14F-4D97-AF65-F5344CB8AC3E}">
        <p14:creationId xmlns:p14="http://schemas.microsoft.com/office/powerpoint/2010/main" val="95519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square with text">
            <a:extLst>
              <a:ext uri="{FF2B5EF4-FFF2-40B4-BE49-F238E27FC236}">
                <a16:creationId xmlns:a16="http://schemas.microsoft.com/office/drawing/2014/main" id="{C76939FC-CD4B-CA68-DEAC-582FE9083EAF}"/>
              </a:ext>
            </a:extLst>
          </p:cNvPr>
          <p:cNvPicPr>
            <a:picLocks noChangeAspect="1"/>
          </p:cNvPicPr>
          <p:nvPr/>
        </p:nvPicPr>
        <p:blipFill>
          <a:blip r:embed="rId2"/>
          <a:stretch>
            <a:fillRect/>
          </a:stretch>
        </p:blipFill>
        <p:spPr>
          <a:xfrm>
            <a:off x="1219200" y="990600"/>
            <a:ext cx="9753600" cy="5324475"/>
          </a:xfrm>
          <a:prstGeom prst="rect">
            <a:avLst/>
          </a:prstGeom>
        </p:spPr>
      </p:pic>
      <p:sp>
        <p:nvSpPr>
          <p:cNvPr id="5" name="TextBox 4">
            <a:extLst>
              <a:ext uri="{FF2B5EF4-FFF2-40B4-BE49-F238E27FC236}">
                <a16:creationId xmlns:a16="http://schemas.microsoft.com/office/drawing/2014/main" id="{2E58488C-49E2-F426-3D09-DE002776B5B3}"/>
              </a:ext>
            </a:extLst>
          </p:cNvPr>
          <p:cNvSpPr txBox="1"/>
          <p:nvPr/>
        </p:nvSpPr>
        <p:spPr>
          <a:xfrm>
            <a:off x="4876800" y="381000"/>
            <a:ext cx="6096000" cy="461665"/>
          </a:xfrm>
          <a:prstGeom prst="rect">
            <a:avLst/>
          </a:prstGeom>
          <a:noFill/>
        </p:spPr>
        <p:txBody>
          <a:bodyPr wrap="square">
            <a:spAutoFit/>
          </a:bodyPr>
          <a:lstStyle/>
          <a:p>
            <a:pPr algn="l"/>
            <a:r>
              <a:rPr lang="en-IN" sz="2400" b="1" dirty="0">
                <a:solidFill>
                  <a:schemeClr val="bg1"/>
                </a:solidFill>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673899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8800" y="4886020"/>
            <a:ext cx="2036445" cy="346075"/>
          </a:xfrm>
          <a:prstGeom prst="rect">
            <a:avLst/>
          </a:prstGeom>
        </p:spPr>
        <p:txBody>
          <a:bodyPr vert="horz" wrap="square" lIns="0" tIns="12700" rIns="0" bIns="0" rtlCol="0">
            <a:spAutoFit/>
          </a:bodyPr>
          <a:lstStyle/>
          <a:p>
            <a:pPr marL="12700">
              <a:lnSpc>
                <a:spcPct val="100000"/>
              </a:lnSpc>
              <a:spcBef>
                <a:spcPts val="100"/>
              </a:spcBef>
            </a:pPr>
            <a:r>
              <a:rPr sz="2100" b="1" spc="-130" dirty="0">
                <a:solidFill>
                  <a:srgbClr val="E1E8EF"/>
                </a:solidFill>
                <a:latin typeface="Tahoma"/>
                <a:cs typeface="Tahoma"/>
              </a:rPr>
              <a:t>Home</a:t>
            </a:r>
            <a:r>
              <a:rPr sz="2100" b="1" spc="-55" dirty="0">
                <a:solidFill>
                  <a:srgbClr val="E1E8EF"/>
                </a:solidFill>
                <a:latin typeface="Tahoma"/>
                <a:cs typeface="Tahoma"/>
              </a:rPr>
              <a:t> </a:t>
            </a:r>
            <a:r>
              <a:rPr sz="2100" b="1" spc="-10" dirty="0">
                <a:solidFill>
                  <a:srgbClr val="E1E8EF"/>
                </a:solidFill>
                <a:latin typeface="Tahoma"/>
                <a:cs typeface="Tahoma"/>
              </a:rPr>
              <a:t>Assistant</a:t>
            </a:r>
            <a:endParaRPr sz="2100">
              <a:latin typeface="Tahoma"/>
              <a:cs typeface="Tahoma"/>
            </a:endParaRPr>
          </a:p>
        </p:txBody>
      </p:sp>
      <p:pic>
        <p:nvPicPr>
          <p:cNvPr id="3" name="object 3"/>
          <p:cNvPicPr/>
          <p:nvPr/>
        </p:nvPicPr>
        <p:blipFill>
          <a:blip r:embed="rId2" cstate="print"/>
          <a:stretch>
            <a:fillRect/>
          </a:stretch>
        </p:blipFill>
        <p:spPr>
          <a:xfrm>
            <a:off x="571500" y="2343150"/>
            <a:ext cx="3492500" cy="2381250"/>
          </a:xfrm>
          <a:prstGeom prst="rect">
            <a:avLst/>
          </a:prstGeom>
        </p:spPr>
      </p:pic>
      <p:pic>
        <p:nvPicPr>
          <p:cNvPr id="4" name="object 4"/>
          <p:cNvPicPr/>
          <p:nvPr/>
        </p:nvPicPr>
        <p:blipFill>
          <a:blip r:embed="rId3" cstate="print"/>
          <a:stretch>
            <a:fillRect/>
          </a:stretch>
        </p:blipFill>
        <p:spPr>
          <a:xfrm>
            <a:off x="4349750" y="2343150"/>
            <a:ext cx="3492500" cy="2381250"/>
          </a:xfrm>
          <a:prstGeom prst="rect">
            <a:avLst/>
          </a:prstGeom>
        </p:spPr>
      </p:pic>
      <p:sp>
        <p:nvSpPr>
          <p:cNvPr id="5" name="object 5"/>
          <p:cNvSpPr txBox="1"/>
          <p:nvPr/>
        </p:nvSpPr>
        <p:spPr>
          <a:xfrm>
            <a:off x="4337684" y="4886020"/>
            <a:ext cx="1980564" cy="346075"/>
          </a:xfrm>
          <a:prstGeom prst="rect">
            <a:avLst/>
          </a:prstGeom>
        </p:spPr>
        <p:txBody>
          <a:bodyPr vert="horz" wrap="square" lIns="0" tIns="12700" rIns="0" bIns="0" rtlCol="0">
            <a:spAutoFit/>
          </a:bodyPr>
          <a:lstStyle/>
          <a:p>
            <a:pPr marL="12700">
              <a:lnSpc>
                <a:spcPct val="100000"/>
              </a:lnSpc>
              <a:spcBef>
                <a:spcPts val="100"/>
              </a:spcBef>
            </a:pPr>
            <a:r>
              <a:rPr sz="2100" b="1" spc="-10" dirty="0">
                <a:solidFill>
                  <a:srgbClr val="E1E8EF"/>
                </a:solidFill>
                <a:latin typeface="Tahoma"/>
                <a:cs typeface="Tahoma"/>
              </a:rPr>
              <a:t>Pet</a:t>
            </a:r>
            <a:r>
              <a:rPr sz="2100" b="1" spc="-125" dirty="0">
                <a:solidFill>
                  <a:srgbClr val="E1E8EF"/>
                </a:solidFill>
                <a:latin typeface="Tahoma"/>
                <a:cs typeface="Tahoma"/>
              </a:rPr>
              <a:t> </a:t>
            </a:r>
            <a:r>
              <a:rPr sz="2100" b="1" spc="-55" dirty="0">
                <a:solidFill>
                  <a:srgbClr val="E1E8EF"/>
                </a:solidFill>
                <a:latin typeface="Tahoma"/>
                <a:cs typeface="Tahoma"/>
              </a:rPr>
              <a:t>Companion</a:t>
            </a:r>
            <a:endParaRPr sz="2100">
              <a:latin typeface="Tahoma"/>
              <a:cs typeface="Tahoma"/>
            </a:endParaRPr>
          </a:p>
        </p:txBody>
      </p:sp>
      <p:pic>
        <p:nvPicPr>
          <p:cNvPr id="6" name="object 6"/>
          <p:cNvPicPr/>
          <p:nvPr/>
        </p:nvPicPr>
        <p:blipFill>
          <a:blip r:embed="rId4" cstate="print"/>
          <a:stretch>
            <a:fillRect/>
          </a:stretch>
        </p:blipFill>
        <p:spPr>
          <a:xfrm>
            <a:off x="8128127" y="2343150"/>
            <a:ext cx="3492500" cy="2381250"/>
          </a:xfrm>
          <a:prstGeom prst="rect">
            <a:avLst/>
          </a:prstGeom>
        </p:spPr>
      </p:pic>
      <p:sp>
        <p:nvSpPr>
          <p:cNvPr id="7" name="object 7"/>
          <p:cNvSpPr txBox="1"/>
          <p:nvPr/>
        </p:nvSpPr>
        <p:spPr>
          <a:xfrm>
            <a:off x="8116316" y="4886020"/>
            <a:ext cx="2112645" cy="346075"/>
          </a:xfrm>
          <a:prstGeom prst="rect">
            <a:avLst/>
          </a:prstGeom>
        </p:spPr>
        <p:txBody>
          <a:bodyPr vert="horz" wrap="square" lIns="0" tIns="12700" rIns="0" bIns="0" rtlCol="0">
            <a:spAutoFit/>
          </a:bodyPr>
          <a:lstStyle/>
          <a:p>
            <a:pPr marL="12700">
              <a:lnSpc>
                <a:spcPct val="100000"/>
              </a:lnSpc>
              <a:spcBef>
                <a:spcPts val="100"/>
              </a:spcBef>
            </a:pPr>
            <a:r>
              <a:rPr sz="2100" b="1" spc="-75" dirty="0">
                <a:solidFill>
                  <a:srgbClr val="E1E8EF"/>
                </a:solidFill>
                <a:latin typeface="Tahoma"/>
                <a:cs typeface="Tahoma"/>
              </a:rPr>
              <a:t>STEM </a:t>
            </a:r>
            <a:r>
              <a:rPr sz="2100" b="1" spc="-10" dirty="0">
                <a:solidFill>
                  <a:srgbClr val="E1E8EF"/>
                </a:solidFill>
                <a:latin typeface="Tahoma"/>
                <a:cs typeface="Tahoma"/>
              </a:rPr>
              <a:t>Education</a:t>
            </a:r>
            <a:endParaRPr sz="2100">
              <a:latin typeface="Tahoma"/>
              <a:cs typeface="Tahoma"/>
            </a:endParaRPr>
          </a:p>
        </p:txBody>
      </p:sp>
      <p:sp>
        <p:nvSpPr>
          <p:cNvPr id="8" name="object 8"/>
          <p:cNvSpPr txBox="1">
            <a:spLocks noGrp="1"/>
          </p:cNvSpPr>
          <p:nvPr>
            <p:ph type="title"/>
          </p:nvPr>
        </p:nvSpPr>
        <p:spPr>
          <a:xfrm>
            <a:off x="558800" y="533146"/>
            <a:ext cx="1976120" cy="506730"/>
          </a:xfrm>
          <a:prstGeom prst="rect">
            <a:avLst/>
          </a:prstGeom>
        </p:spPr>
        <p:txBody>
          <a:bodyPr vert="horz" wrap="square" lIns="0" tIns="13335" rIns="0" bIns="0" rtlCol="0">
            <a:spAutoFit/>
          </a:bodyPr>
          <a:lstStyle/>
          <a:p>
            <a:pPr marL="12700">
              <a:lnSpc>
                <a:spcPct val="100000"/>
              </a:lnSpc>
              <a:spcBef>
                <a:spcPts val="105"/>
              </a:spcBef>
            </a:pPr>
            <a:r>
              <a:rPr spc="-85" dirty="0"/>
              <a:t>Use</a:t>
            </a:r>
            <a:r>
              <a:rPr spc="-130" dirty="0"/>
              <a:t> </a:t>
            </a:r>
            <a:r>
              <a:rPr spc="-20" dirty="0"/>
              <a:t>Cases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8800" y="1609725"/>
            <a:ext cx="4374515" cy="506730"/>
          </a:xfrm>
          <a:prstGeom prst="rect">
            <a:avLst/>
          </a:prstGeom>
        </p:spPr>
        <p:txBody>
          <a:bodyPr vert="horz" wrap="square" lIns="0" tIns="13335" rIns="0" bIns="0" rtlCol="0">
            <a:spAutoFit/>
          </a:bodyPr>
          <a:lstStyle/>
          <a:p>
            <a:pPr marL="12700">
              <a:lnSpc>
                <a:spcPct val="100000"/>
              </a:lnSpc>
              <a:spcBef>
                <a:spcPts val="105"/>
              </a:spcBef>
            </a:pPr>
            <a:r>
              <a:rPr spc="-70" dirty="0"/>
              <a:t>Shibu</a:t>
            </a:r>
            <a:r>
              <a:rPr spc="-150" dirty="0"/>
              <a:t> </a:t>
            </a:r>
            <a:r>
              <a:rPr spc="-100" dirty="0"/>
              <a:t>v2.0:</a:t>
            </a:r>
            <a:r>
              <a:rPr spc="-125" dirty="0"/>
              <a:t> </a:t>
            </a:r>
            <a:r>
              <a:rPr spc="-80" dirty="0"/>
              <a:t>The</a:t>
            </a:r>
            <a:r>
              <a:rPr spc="-145" dirty="0"/>
              <a:t> </a:t>
            </a:r>
            <a:r>
              <a:rPr spc="-25" dirty="0"/>
              <a:t>Future</a:t>
            </a:r>
          </a:p>
        </p:txBody>
      </p:sp>
      <p:sp>
        <p:nvSpPr>
          <p:cNvPr id="3" name="object 3"/>
          <p:cNvSpPr txBox="1"/>
          <p:nvPr/>
        </p:nvSpPr>
        <p:spPr>
          <a:xfrm>
            <a:off x="558800" y="2504389"/>
            <a:ext cx="4681220" cy="2706370"/>
          </a:xfrm>
          <a:prstGeom prst="rect">
            <a:avLst/>
          </a:prstGeom>
        </p:spPr>
        <p:txBody>
          <a:bodyPr vert="horz" wrap="square" lIns="0" tIns="12700" rIns="0" bIns="0" rtlCol="0">
            <a:spAutoFit/>
          </a:bodyPr>
          <a:lstStyle/>
          <a:p>
            <a:pPr marL="12700">
              <a:lnSpc>
                <a:spcPct val="100000"/>
              </a:lnSpc>
              <a:spcBef>
                <a:spcPts val="100"/>
              </a:spcBef>
            </a:pPr>
            <a:r>
              <a:rPr sz="2100" b="1" spc="-50" dirty="0">
                <a:solidFill>
                  <a:srgbClr val="E1E8EF"/>
                </a:solidFill>
                <a:latin typeface="Tahoma"/>
                <a:cs typeface="Tahoma"/>
              </a:rPr>
              <a:t>Next</a:t>
            </a:r>
            <a:r>
              <a:rPr sz="2100" b="1" spc="-80" dirty="0">
                <a:solidFill>
                  <a:srgbClr val="E1E8EF"/>
                </a:solidFill>
                <a:latin typeface="Tahoma"/>
                <a:cs typeface="Tahoma"/>
              </a:rPr>
              <a:t> </a:t>
            </a:r>
            <a:r>
              <a:rPr sz="2100" b="1" spc="-60" dirty="0">
                <a:solidFill>
                  <a:srgbClr val="E1E8EF"/>
                </a:solidFill>
                <a:latin typeface="Tahoma"/>
                <a:cs typeface="Tahoma"/>
              </a:rPr>
              <a:t>Generation</a:t>
            </a:r>
            <a:r>
              <a:rPr sz="2100" b="1" spc="-80" dirty="0">
                <a:solidFill>
                  <a:srgbClr val="E1E8EF"/>
                </a:solidFill>
                <a:latin typeface="Tahoma"/>
                <a:cs typeface="Tahoma"/>
              </a:rPr>
              <a:t> </a:t>
            </a:r>
            <a:r>
              <a:rPr sz="2100" b="1" spc="-10" dirty="0">
                <a:solidFill>
                  <a:srgbClr val="E1E8EF"/>
                </a:solidFill>
                <a:latin typeface="Tahoma"/>
                <a:cs typeface="Tahoma"/>
              </a:rPr>
              <a:t>Features</a:t>
            </a:r>
            <a:endParaRPr sz="2100">
              <a:latin typeface="Tahoma"/>
              <a:cs typeface="Tahoma"/>
            </a:endParaRPr>
          </a:p>
          <a:p>
            <a:pPr marL="12700" marR="276860">
              <a:lnSpc>
                <a:spcPct val="160000"/>
              </a:lnSpc>
              <a:spcBef>
                <a:spcPts val="2520"/>
              </a:spcBef>
            </a:pPr>
            <a:r>
              <a:rPr sz="1500" spc="105" dirty="0">
                <a:solidFill>
                  <a:srgbClr val="93A2B8"/>
                </a:solidFill>
                <a:latin typeface="Tahoma"/>
                <a:cs typeface="Tahoma"/>
              </a:rPr>
              <a:t>We</a:t>
            </a:r>
            <a:r>
              <a:rPr sz="1500" spc="60" dirty="0">
                <a:solidFill>
                  <a:srgbClr val="93A2B8"/>
                </a:solidFill>
                <a:latin typeface="Tahoma"/>
                <a:cs typeface="Tahoma"/>
              </a:rPr>
              <a:t> </a:t>
            </a:r>
            <a:r>
              <a:rPr sz="1500" spc="10" dirty="0">
                <a:solidFill>
                  <a:srgbClr val="93A2B8"/>
                </a:solidFill>
                <a:latin typeface="Tahoma"/>
                <a:cs typeface="Tahoma"/>
              </a:rPr>
              <a:t>are</a:t>
            </a:r>
            <a:r>
              <a:rPr sz="1500" spc="60" dirty="0">
                <a:solidFill>
                  <a:srgbClr val="93A2B8"/>
                </a:solidFill>
                <a:latin typeface="Tahoma"/>
                <a:cs typeface="Tahoma"/>
              </a:rPr>
              <a:t> </a:t>
            </a:r>
            <a:r>
              <a:rPr sz="1500" spc="50" dirty="0">
                <a:solidFill>
                  <a:srgbClr val="93A2B8"/>
                </a:solidFill>
                <a:latin typeface="Tahoma"/>
                <a:cs typeface="Tahoma"/>
              </a:rPr>
              <a:t>already</a:t>
            </a:r>
            <a:r>
              <a:rPr sz="1500" spc="40" dirty="0">
                <a:solidFill>
                  <a:srgbClr val="93A2B8"/>
                </a:solidFill>
                <a:latin typeface="Tahoma"/>
                <a:cs typeface="Tahoma"/>
              </a:rPr>
              <a:t> </a:t>
            </a:r>
            <a:r>
              <a:rPr sz="1500" spc="50" dirty="0">
                <a:solidFill>
                  <a:srgbClr val="93A2B8"/>
                </a:solidFill>
                <a:latin typeface="Tahoma"/>
                <a:cs typeface="Tahoma"/>
              </a:rPr>
              <a:t>engineering</a:t>
            </a:r>
            <a:r>
              <a:rPr sz="1500" spc="80" dirty="0">
                <a:solidFill>
                  <a:srgbClr val="93A2B8"/>
                </a:solidFill>
                <a:latin typeface="Tahoma"/>
                <a:cs typeface="Tahoma"/>
              </a:rPr>
              <a:t> </a:t>
            </a:r>
            <a:r>
              <a:rPr sz="1500" spc="10" dirty="0">
                <a:solidFill>
                  <a:srgbClr val="93A2B8"/>
                </a:solidFill>
                <a:latin typeface="Tahoma"/>
                <a:cs typeface="Tahoma"/>
              </a:rPr>
              <a:t>the</a:t>
            </a:r>
            <a:r>
              <a:rPr sz="1500" spc="65" dirty="0">
                <a:solidFill>
                  <a:srgbClr val="93A2B8"/>
                </a:solidFill>
                <a:latin typeface="Tahoma"/>
                <a:cs typeface="Tahoma"/>
              </a:rPr>
              <a:t> </a:t>
            </a:r>
            <a:r>
              <a:rPr sz="1500" spc="10" dirty="0">
                <a:solidFill>
                  <a:srgbClr val="93A2B8"/>
                </a:solidFill>
                <a:latin typeface="Tahoma"/>
                <a:cs typeface="Tahoma"/>
              </a:rPr>
              <a:t>next</a:t>
            </a:r>
            <a:r>
              <a:rPr sz="1500" spc="60" dirty="0">
                <a:solidFill>
                  <a:srgbClr val="93A2B8"/>
                </a:solidFill>
                <a:latin typeface="Tahoma"/>
                <a:cs typeface="Tahoma"/>
              </a:rPr>
              <a:t> </a:t>
            </a:r>
            <a:r>
              <a:rPr sz="1500" spc="10" dirty="0">
                <a:solidFill>
                  <a:srgbClr val="93A2B8"/>
                </a:solidFill>
                <a:latin typeface="Tahoma"/>
                <a:cs typeface="Tahoma"/>
              </a:rPr>
              <a:t>evolution</a:t>
            </a:r>
            <a:r>
              <a:rPr sz="1500" spc="60" dirty="0">
                <a:solidFill>
                  <a:srgbClr val="93A2B8"/>
                </a:solidFill>
                <a:latin typeface="Tahoma"/>
                <a:cs typeface="Tahoma"/>
              </a:rPr>
              <a:t> </a:t>
            </a:r>
            <a:r>
              <a:rPr sz="1500" spc="45" dirty="0">
                <a:solidFill>
                  <a:srgbClr val="93A2B8"/>
                </a:solidFill>
                <a:latin typeface="Tahoma"/>
                <a:cs typeface="Tahoma"/>
              </a:rPr>
              <a:t>of </a:t>
            </a:r>
            <a:r>
              <a:rPr sz="1500" spc="60" dirty="0">
                <a:solidFill>
                  <a:srgbClr val="93A2B8"/>
                </a:solidFill>
                <a:latin typeface="Tahoma"/>
                <a:cs typeface="Tahoma"/>
              </a:rPr>
              <a:t>personal</a:t>
            </a:r>
            <a:r>
              <a:rPr sz="1500" spc="-55" dirty="0">
                <a:solidFill>
                  <a:srgbClr val="93A2B8"/>
                </a:solidFill>
                <a:latin typeface="Tahoma"/>
                <a:cs typeface="Tahoma"/>
              </a:rPr>
              <a:t> </a:t>
            </a:r>
            <a:r>
              <a:rPr sz="1500" spc="45" dirty="0">
                <a:solidFill>
                  <a:srgbClr val="93A2B8"/>
                </a:solidFill>
                <a:latin typeface="Tahoma"/>
                <a:cs typeface="Tahoma"/>
              </a:rPr>
              <a:t>robotics.</a:t>
            </a:r>
            <a:endParaRPr sz="1500">
              <a:latin typeface="Tahoma"/>
              <a:cs typeface="Tahoma"/>
            </a:endParaRPr>
          </a:p>
          <a:p>
            <a:pPr marL="12700" marR="5080">
              <a:lnSpc>
                <a:spcPct val="160000"/>
              </a:lnSpc>
              <a:spcBef>
                <a:spcPts val="1664"/>
              </a:spcBef>
            </a:pPr>
            <a:r>
              <a:rPr sz="1500" spc="80" dirty="0">
                <a:solidFill>
                  <a:srgbClr val="93A2B8"/>
                </a:solidFill>
                <a:latin typeface="Tahoma"/>
                <a:cs typeface="Tahoma"/>
              </a:rPr>
              <a:t>Upgrades</a:t>
            </a:r>
            <a:r>
              <a:rPr sz="1500" spc="-75" dirty="0">
                <a:solidFill>
                  <a:srgbClr val="93A2B8"/>
                </a:solidFill>
                <a:latin typeface="Tahoma"/>
                <a:cs typeface="Tahoma"/>
              </a:rPr>
              <a:t> </a:t>
            </a:r>
            <a:r>
              <a:rPr sz="1500" spc="65" dirty="0">
                <a:solidFill>
                  <a:srgbClr val="93A2B8"/>
                </a:solidFill>
                <a:latin typeface="Tahoma"/>
                <a:cs typeface="Tahoma"/>
              </a:rPr>
              <a:t>include</a:t>
            </a:r>
            <a:r>
              <a:rPr sz="1500" spc="-25" dirty="0">
                <a:solidFill>
                  <a:srgbClr val="93A2B8"/>
                </a:solidFill>
                <a:latin typeface="Tahoma"/>
                <a:cs typeface="Tahoma"/>
              </a:rPr>
              <a:t> </a:t>
            </a:r>
            <a:r>
              <a:rPr sz="1500" spc="130" dirty="0">
                <a:solidFill>
                  <a:srgbClr val="93A2B8"/>
                </a:solidFill>
                <a:latin typeface="Tahoma"/>
                <a:cs typeface="Tahoma"/>
              </a:rPr>
              <a:t>SLAM</a:t>
            </a:r>
            <a:r>
              <a:rPr sz="1500" spc="-25" dirty="0">
                <a:solidFill>
                  <a:srgbClr val="93A2B8"/>
                </a:solidFill>
                <a:latin typeface="Tahoma"/>
                <a:cs typeface="Tahoma"/>
              </a:rPr>
              <a:t> </a:t>
            </a:r>
            <a:r>
              <a:rPr sz="1500" spc="55" dirty="0">
                <a:solidFill>
                  <a:srgbClr val="93A2B8"/>
                </a:solidFill>
                <a:latin typeface="Tahoma"/>
                <a:cs typeface="Tahoma"/>
              </a:rPr>
              <a:t>for</a:t>
            </a:r>
            <a:r>
              <a:rPr sz="1500" spc="-35" dirty="0">
                <a:solidFill>
                  <a:srgbClr val="93A2B8"/>
                </a:solidFill>
                <a:latin typeface="Tahoma"/>
                <a:cs typeface="Tahoma"/>
              </a:rPr>
              <a:t> </a:t>
            </a:r>
            <a:r>
              <a:rPr sz="1500" spc="50" dirty="0">
                <a:solidFill>
                  <a:srgbClr val="93A2B8"/>
                </a:solidFill>
                <a:latin typeface="Tahoma"/>
                <a:cs typeface="Tahoma"/>
              </a:rPr>
              <a:t>autonomous</a:t>
            </a:r>
            <a:r>
              <a:rPr sz="1500" spc="-50" dirty="0">
                <a:solidFill>
                  <a:srgbClr val="93A2B8"/>
                </a:solidFill>
                <a:latin typeface="Tahoma"/>
                <a:cs typeface="Tahoma"/>
              </a:rPr>
              <a:t> </a:t>
            </a:r>
            <a:r>
              <a:rPr sz="1500" spc="-10" dirty="0">
                <a:solidFill>
                  <a:srgbClr val="93A2B8"/>
                </a:solidFill>
                <a:latin typeface="Tahoma"/>
                <a:cs typeface="Tahoma"/>
              </a:rPr>
              <a:t>mapping, </a:t>
            </a:r>
            <a:r>
              <a:rPr sz="1500" spc="60" dirty="0">
                <a:solidFill>
                  <a:srgbClr val="93A2B8"/>
                </a:solidFill>
                <a:latin typeface="Tahoma"/>
                <a:cs typeface="Tahoma"/>
              </a:rPr>
              <a:t>active</a:t>
            </a:r>
            <a:r>
              <a:rPr sz="1500" spc="75" dirty="0">
                <a:solidFill>
                  <a:srgbClr val="93A2B8"/>
                </a:solidFill>
                <a:latin typeface="Tahoma"/>
                <a:cs typeface="Tahoma"/>
              </a:rPr>
              <a:t> </a:t>
            </a:r>
            <a:r>
              <a:rPr sz="1500" dirty="0">
                <a:solidFill>
                  <a:srgbClr val="93A2B8"/>
                </a:solidFill>
                <a:latin typeface="Tahoma"/>
                <a:cs typeface="Tahoma"/>
              </a:rPr>
              <a:t>human</a:t>
            </a:r>
            <a:r>
              <a:rPr sz="1500" spc="70" dirty="0">
                <a:solidFill>
                  <a:srgbClr val="93A2B8"/>
                </a:solidFill>
                <a:latin typeface="Tahoma"/>
                <a:cs typeface="Tahoma"/>
              </a:rPr>
              <a:t> </a:t>
            </a:r>
            <a:r>
              <a:rPr sz="1500" spc="45" dirty="0">
                <a:solidFill>
                  <a:srgbClr val="93A2B8"/>
                </a:solidFill>
                <a:latin typeface="Tahoma"/>
                <a:cs typeface="Tahoma"/>
              </a:rPr>
              <a:t>following,</a:t>
            </a:r>
            <a:r>
              <a:rPr sz="1500" spc="95" dirty="0">
                <a:solidFill>
                  <a:srgbClr val="93A2B8"/>
                </a:solidFill>
                <a:latin typeface="Tahoma"/>
                <a:cs typeface="Tahoma"/>
              </a:rPr>
              <a:t> </a:t>
            </a:r>
            <a:r>
              <a:rPr sz="1500" spc="80" dirty="0">
                <a:solidFill>
                  <a:srgbClr val="93A2B8"/>
                </a:solidFill>
                <a:latin typeface="Tahoma"/>
                <a:cs typeface="Tahoma"/>
              </a:rPr>
              <a:t>Edge</a:t>
            </a:r>
            <a:r>
              <a:rPr sz="1500" spc="55" dirty="0">
                <a:solidFill>
                  <a:srgbClr val="93A2B8"/>
                </a:solidFill>
                <a:latin typeface="Tahoma"/>
                <a:cs typeface="Tahoma"/>
              </a:rPr>
              <a:t> </a:t>
            </a:r>
            <a:r>
              <a:rPr sz="1500" spc="114" dirty="0">
                <a:solidFill>
                  <a:srgbClr val="93A2B8"/>
                </a:solidFill>
                <a:latin typeface="Tahoma"/>
                <a:cs typeface="Tahoma"/>
              </a:rPr>
              <a:t>TPU</a:t>
            </a:r>
            <a:r>
              <a:rPr sz="1500" spc="65" dirty="0">
                <a:solidFill>
                  <a:srgbClr val="93A2B8"/>
                </a:solidFill>
                <a:latin typeface="Tahoma"/>
                <a:cs typeface="Tahoma"/>
              </a:rPr>
              <a:t> </a:t>
            </a:r>
            <a:r>
              <a:rPr sz="1500" dirty="0">
                <a:solidFill>
                  <a:srgbClr val="93A2B8"/>
                </a:solidFill>
                <a:latin typeface="Tahoma"/>
                <a:cs typeface="Tahoma"/>
              </a:rPr>
              <a:t>integration</a:t>
            </a:r>
            <a:r>
              <a:rPr sz="1500" spc="55" dirty="0">
                <a:solidFill>
                  <a:srgbClr val="93A2B8"/>
                </a:solidFill>
                <a:latin typeface="Tahoma"/>
                <a:cs typeface="Tahoma"/>
              </a:rPr>
              <a:t> </a:t>
            </a:r>
            <a:r>
              <a:rPr sz="1500" spc="30" dirty="0">
                <a:solidFill>
                  <a:srgbClr val="93A2B8"/>
                </a:solidFill>
                <a:latin typeface="Tahoma"/>
                <a:cs typeface="Tahoma"/>
              </a:rPr>
              <a:t>for </a:t>
            </a:r>
            <a:r>
              <a:rPr sz="1500" spc="50" dirty="0">
                <a:solidFill>
                  <a:srgbClr val="93A2B8"/>
                </a:solidFill>
                <a:latin typeface="Tahoma"/>
                <a:cs typeface="Tahoma"/>
              </a:rPr>
              <a:t>faster</a:t>
            </a:r>
            <a:r>
              <a:rPr sz="1500" spc="-50" dirty="0">
                <a:solidFill>
                  <a:srgbClr val="93A2B8"/>
                </a:solidFill>
                <a:latin typeface="Tahoma"/>
                <a:cs typeface="Tahoma"/>
              </a:rPr>
              <a:t> </a:t>
            </a:r>
            <a:r>
              <a:rPr sz="1500" spc="45" dirty="0">
                <a:solidFill>
                  <a:srgbClr val="93A2B8"/>
                </a:solidFill>
                <a:latin typeface="Tahoma"/>
                <a:cs typeface="Tahoma"/>
              </a:rPr>
              <a:t>vision,</a:t>
            </a:r>
            <a:r>
              <a:rPr sz="1500" spc="-25" dirty="0">
                <a:solidFill>
                  <a:srgbClr val="93A2B8"/>
                </a:solidFill>
                <a:latin typeface="Tahoma"/>
                <a:cs typeface="Tahoma"/>
              </a:rPr>
              <a:t> </a:t>
            </a:r>
            <a:r>
              <a:rPr sz="1500" spc="60" dirty="0">
                <a:solidFill>
                  <a:srgbClr val="93A2B8"/>
                </a:solidFill>
                <a:latin typeface="Tahoma"/>
                <a:cs typeface="Tahoma"/>
              </a:rPr>
              <a:t>and</a:t>
            </a:r>
            <a:r>
              <a:rPr sz="1500" spc="-50" dirty="0">
                <a:solidFill>
                  <a:srgbClr val="93A2B8"/>
                </a:solidFill>
                <a:latin typeface="Tahoma"/>
                <a:cs typeface="Tahoma"/>
              </a:rPr>
              <a:t> </a:t>
            </a:r>
            <a:r>
              <a:rPr sz="1500" dirty="0">
                <a:solidFill>
                  <a:srgbClr val="93A2B8"/>
                </a:solidFill>
                <a:latin typeface="Tahoma"/>
                <a:cs typeface="Tahoma"/>
              </a:rPr>
              <a:t>a</a:t>
            </a:r>
            <a:r>
              <a:rPr sz="1500" spc="-35" dirty="0">
                <a:solidFill>
                  <a:srgbClr val="93A2B8"/>
                </a:solidFill>
                <a:latin typeface="Tahoma"/>
                <a:cs typeface="Tahoma"/>
              </a:rPr>
              <a:t> </a:t>
            </a:r>
            <a:r>
              <a:rPr sz="1500" spc="70" dirty="0">
                <a:solidFill>
                  <a:srgbClr val="93A2B8"/>
                </a:solidFill>
                <a:latin typeface="Tahoma"/>
                <a:cs typeface="Tahoma"/>
              </a:rPr>
              <a:t>sleek</a:t>
            </a:r>
            <a:r>
              <a:rPr sz="1500" spc="-30" dirty="0">
                <a:solidFill>
                  <a:srgbClr val="93A2B8"/>
                </a:solidFill>
                <a:latin typeface="Tahoma"/>
                <a:cs typeface="Tahoma"/>
              </a:rPr>
              <a:t> </a:t>
            </a:r>
            <a:r>
              <a:rPr sz="1500" spc="75" dirty="0">
                <a:solidFill>
                  <a:srgbClr val="93A2B8"/>
                </a:solidFill>
                <a:latin typeface="Tahoma"/>
                <a:cs typeface="Tahoma"/>
              </a:rPr>
              <a:t>new</a:t>
            </a:r>
            <a:r>
              <a:rPr sz="1500" spc="-35" dirty="0">
                <a:solidFill>
                  <a:srgbClr val="93A2B8"/>
                </a:solidFill>
                <a:latin typeface="Tahoma"/>
                <a:cs typeface="Tahoma"/>
              </a:rPr>
              <a:t> </a:t>
            </a:r>
            <a:r>
              <a:rPr sz="1500" spc="65" dirty="0">
                <a:solidFill>
                  <a:srgbClr val="93A2B8"/>
                </a:solidFill>
                <a:latin typeface="Tahoma"/>
                <a:cs typeface="Tahoma"/>
              </a:rPr>
              <a:t>spherical</a:t>
            </a:r>
            <a:r>
              <a:rPr sz="1500" spc="-45" dirty="0">
                <a:solidFill>
                  <a:srgbClr val="93A2B8"/>
                </a:solidFill>
                <a:latin typeface="Tahoma"/>
                <a:cs typeface="Tahoma"/>
              </a:rPr>
              <a:t> </a:t>
            </a:r>
            <a:r>
              <a:rPr sz="1500" spc="55" dirty="0">
                <a:solidFill>
                  <a:srgbClr val="93A2B8"/>
                </a:solidFill>
                <a:latin typeface="Tahoma"/>
                <a:cs typeface="Tahoma"/>
              </a:rPr>
              <a:t>form</a:t>
            </a:r>
            <a:r>
              <a:rPr sz="1500" spc="-30" dirty="0">
                <a:solidFill>
                  <a:srgbClr val="93A2B8"/>
                </a:solidFill>
                <a:latin typeface="Tahoma"/>
                <a:cs typeface="Tahoma"/>
              </a:rPr>
              <a:t> </a:t>
            </a:r>
            <a:r>
              <a:rPr sz="1500" spc="35" dirty="0">
                <a:solidFill>
                  <a:srgbClr val="93A2B8"/>
                </a:solidFill>
                <a:latin typeface="Tahoma"/>
                <a:cs typeface="Tahoma"/>
              </a:rPr>
              <a:t>factor.</a:t>
            </a:r>
            <a:endParaRPr sz="1500">
              <a:latin typeface="Tahoma"/>
              <a:cs typeface="Tahoma"/>
            </a:endParaRPr>
          </a:p>
        </p:txBody>
      </p:sp>
      <p:pic>
        <p:nvPicPr>
          <p:cNvPr id="4" name="object 4"/>
          <p:cNvPicPr/>
          <p:nvPr/>
        </p:nvPicPr>
        <p:blipFill>
          <a:blip r:embed="rId2" cstate="print"/>
          <a:stretch>
            <a:fillRect/>
          </a:stretch>
        </p:blipFill>
        <p:spPr>
          <a:xfrm>
            <a:off x="6771385" y="325996"/>
            <a:ext cx="4669028" cy="620598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5BFB1ACC-79B3-D0D5-FB29-293675C666C3}"/>
              </a:ext>
            </a:extLst>
          </p:cNvPr>
          <p:cNvPicPr>
            <a:picLocks noChangeAspect="1"/>
          </p:cNvPicPr>
          <p:nvPr/>
        </p:nvPicPr>
        <p:blipFill>
          <a:blip r:embed="rId2"/>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20738694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obot with a thank you sign">
            <a:extLst>
              <a:ext uri="{FF2B5EF4-FFF2-40B4-BE49-F238E27FC236}">
                <a16:creationId xmlns:a16="http://schemas.microsoft.com/office/drawing/2014/main" id="{9370C98A-0B2E-5FFE-56C2-E9F18121AB76}"/>
              </a:ext>
            </a:extLst>
          </p:cNvPr>
          <p:cNvPicPr>
            <a:picLocks noChangeAspect="1"/>
          </p:cNvPicPr>
          <p:nvPr/>
        </p:nvPicPr>
        <p:blipFill>
          <a:blip r:embed="rId2"/>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3627282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74</TotalTime>
  <Words>1035</Words>
  <Application>Microsoft Office PowerPoint</Application>
  <PresentationFormat>Widescreen</PresentationFormat>
  <Paragraphs>172</Paragraphs>
  <Slides>29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Tahoma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Redefining the Home Assistant</vt:lpstr>
      <vt:lpstr>The Inspiration</vt:lpstr>
      <vt:lpstr>System Architecture</vt:lpstr>
      <vt:lpstr>Under the Hood</vt:lpstr>
      <vt:lpstr>Mobility &amp; Design</vt:lpstr>
      <vt:lpstr>Precision Movement Flow</vt:lpstr>
      <vt:lpstr>From Intent to Action</vt:lpstr>
      <vt:lpstr>The AI Brain</vt:lpstr>
      <vt:lpstr>Computer Vision</vt:lpstr>
      <vt:lpstr>Audio Pipeline</vt:lpstr>
      <vt:lpstr>The Cognitive Stack</vt:lpstr>
      <vt:lpstr>Interaction Flow</vt:lpstr>
      <vt:lpstr>An Emotive Interface</vt:lpstr>
      <vt:lpstr>IoT &amp; Remote Access</vt:lpstr>
      <vt:lpstr>Power Management</vt:lpstr>
      <vt:lpstr>Modular Software Design</vt:lpstr>
      <vt:lpstr>PowerPoint Presentation</vt:lpstr>
      <vt:lpstr>PowerPoint Presentation</vt:lpstr>
      <vt:lpstr>Use Cases</vt:lpstr>
      <vt:lpstr>Shibu v2.0: The Future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SHARMA</dc:creator>
  <cp:lastModifiedBy>MAHESHPRABHU P</cp:lastModifiedBy>
  <cp:revision>3</cp:revision>
  <dcterms:created xsi:type="dcterms:W3CDTF">2025-12-21T13:05:04Z</dcterms:created>
  <dcterms:modified xsi:type="dcterms:W3CDTF">2025-12-21T14:33:51Z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2025-11-26T00:00:00Z</vt:filetime>
  </property>
  <property fmtid="{D5CDD505-2E9C-101B-9397-08002B2CF9AE}" pid="3" name="Creator">
    <vt:lpwstr>Microsoft® PowerPoint® 2021</vt:lpwstr>
  </property>
  <property fmtid="{D5CDD505-2E9C-101B-9397-08002B2CF9AE}" pid="4" name="LastSaved">
    <vt:filetime>2025-12-21T00:00:00Z</vt:filetime>
  </property>
  <property fmtid="{D5CDD505-2E9C-101B-9397-08002B2CF9AE}" pid="5" name="Producer">
    <vt:lpwstr>Microsoft® PowerPoint® 2021</vt:lpwstr>
  </property>
</Properties>
</file>